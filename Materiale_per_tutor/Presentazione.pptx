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Fai clic per spostare la diapositiva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&lt;intestazione&gt;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0709CF-E903-4CF7-921B-3B9780B018FB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7A07DE-93A4-40FE-BFBC-502F4D6BB603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5FB23-2D5E-4CEF-BA15-C66617C62E59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9FC206-6EF2-4479-98AE-ADD1A07BCC90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27D97A-8BCF-424F-808D-3C8E0B638BC4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E64779-DD1A-43FA-9F54-FFDB2ACB4EE3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9FB6D-37A8-41C3-A5BF-2B4178AA8B27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DCF70B-0373-4F13-9A4C-3C3A6931ABC2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C18376-1FE9-42B5-9258-811CCC40EC6F}" type="slidenum">
              <a:rPr b="0" lang="it-IT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it-IT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E9A570-7CBD-453D-AD84-DB1E0238C3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ubTitle"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D7B2C-13E9-48E6-84E0-F984EDDF1A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DAA1BE-E904-4B1F-835C-4E7D430503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40B7B71-CE29-4496-8B71-193B19D1B4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0DE9EC8-9B3D-47C3-90CE-8EF2AB5D36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245" hidden="1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350" hidden="1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3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4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6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16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18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4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5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6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7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28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9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30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8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9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40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1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42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3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4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52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3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54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6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7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9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0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3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64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5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66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3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4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5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76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77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78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9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0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7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88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9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90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1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2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3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4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5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7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9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00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1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02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9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1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12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1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22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8" name="Rectangle 482" hidden="1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487" hidden="1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488" hidden="1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489" hidden="1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471" hidden="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476" hidden="1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477" hidden="1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478" hidden="1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460" hidden="1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465" hidden="1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466" hidden="1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467" hidden="1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449" hidden="1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454" hidden="1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455" hidden="1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456" hidden="1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438" hidden="1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443" hidden="1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444" hidden="1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45" hidden="1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422" hidden="1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427" hidden="1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428" hidden="1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429" hidden="1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411" hidden="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416" hidden="1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417" hidden="1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418" hidden="1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400" hidden="1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405" hidden="1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406" hidden="1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407" hidden="1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89" hidden="1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394" hidden="1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395" hidden="1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396" hidden="1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378" hidden="1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83" hidden="1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84" hidden="1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385" hidden="1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365" hidden="1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369" hidden="1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370" hidden="1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070280" y="3141000"/>
            <a:ext cx="999396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dt" idx="1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ftr" idx="2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sldNum" idx="3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F25EE36-5BF9-4E20-830C-E2A7FCBC218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75" name="Group 312"/>
          <p:cNvGrpSpPr/>
          <p:nvPr/>
        </p:nvGrpSpPr>
        <p:grpSpPr>
          <a:xfrm>
            <a:off x="-21960" y="-7560"/>
            <a:ext cx="12213360" cy="1742760"/>
            <a:chOff x="-21960" y="-7560"/>
            <a:chExt cx="12213360" cy="1742760"/>
          </a:xfrm>
        </p:grpSpPr>
        <p:grpSp>
          <p:nvGrpSpPr>
            <p:cNvPr id="176" name="Group 382"/>
            <p:cNvGrpSpPr/>
            <p:nvPr/>
          </p:nvGrpSpPr>
          <p:grpSpPr>
            <a:xfrm>
              <a:off x="9744120" y="-2160"/>
              <a:ext cx="2447280" cy="1737360"/>
              <a:chOff x="9744120" y="-2160"/>
              <a:chExt cx="2447280" cy="1737360"/>
            </a:xfrm>
          </p:grpSpPr>
          <p:sp>
            <p:nvSpPr>
              <p:cNvPr id="177" name="Rectangle 431"/>
              <p:cNvSpPr/>
              <p:nvPr/>
            </p:nvSpPr>
            <p:spPr>
              <a:xfrm>
                <a:off x="9745560" y="-2160"/>
                <a:ext cx="2444040" cy="17370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8" name="Group 432"/>
              <p:cNvGrpSpPr/>
              <p:nvPr/>
            </p:nvGrpSpPr>
            <p:grpSpPr>
              <a:xfrm>
                <a:off x="9744120" y="-2160"/>
                <a:ext cx="2447280" cy="1737360"/>
                <a:chOff x="9744120" y="-2160"/>
                <a:chExt cx="2447280" cy="1737360"/>
              </a:xfrm>
            </p:grpSpPr>
            <p:sp>
              <p:nvSpPr>
                <p:cNvPr id="179" name="Rectangle 433"/>
                <p:cNvSpPr/>
                <p:nvPr/>
              </p:nvSpPr>
              <p:spPr>
                <a:xfrm>
                  <a:off x="9744120" y="5770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0" name="Rectangle 434"/>
                <p:cNvSpPr/>
                <p:nvPr/>
              </p:nvSpPr>
              <p:spPr>
                <a:xfrm>
                  <a:off x="10555200" y="5770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" name="Rectangle 435"/>
                <p:cNvSpPr/>
                <p:nvPr/>
              </p:nvSpPr>
              <p:spPr>
                <a:xfrm>
                  <a:off x="11367720" y="5770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2" name="Rectangle 436"/>
                <p:cNvSpPr/>
                <p:nvPr/>
              </p:nvSpPr>
              <p:spPr>
                <a:xfrm>
                  <a:off x="9753840" y="-216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3" name="Rectangle 437"/>
                <p:cNvSpPr/>
                <p:nvPr/>
              </p:nvSpPr>
              <p:spPr>
                <a:xfrm>
                  <a:off x="10564560" y="-2160"/>
                  <a:ext cx="814320" cy="578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4" name="Rectangle 438"/>
                <p:cNvSpPr/>
                <p:nvPr/>
              </p:nvSpPr>
              <p:spPr>
                <a:xfrm>
                  <a:off x="11377080" y="-216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5" name="Rectangle 439"/>
                <p:cNvSpPr/>
                <p:nvPr/>
              </p:nvSpPr>
              <p:spPr>
                <a:xfrm>
                  <a:off x="9751680" y="115632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" name="Rectangle 440"/>
                <p:cNvSpPr/>
                <p:nvPr/>
              </p:nvSpPr>
              <p:spPr>
                <a:xfrm>
                  <a:off x="10562400" y="1156320"/>
                  <a:ext cx="814320" cy="578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" name="Rectangle 441"/>
                <p:cNvSpPr/>
                <p:nvPr/>
              </p:nvSpPr>
              <p:spPr>
                <a:xfrm>
                  <a:off x="11374920" y="1156320"/>
                  <a:ext cx="814320" cy="57888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8" name="Group 383"/>
            <p:cNvGrpSpPr/>
            <p:nvPr/>
          </p:nvGrpSpPr>
          <p:grpSpPr>
            <a:xfrm>
              <a:off x="7301160" y="-7560"/>
              <a:ext cx="2446200" cy="1737360"/>
              <a:chOff x="7301160" y="-7560"/>
              <a:chExt cx="2446200" cy="1737360"/>
            </a:xfrm>
          </p:grpSpPr>
          <p:sp>
            <p:nvSpPr>
              <p:cNvPr id="189" name="Rectangle 420"/>
              <p:cNvSpPr/>
              <p:nvPr/>
            </p:nvSpPr>
            <p:spPr>
              <a:xfrm>
                <a:off x="7301160" y="-7560"/>
                <a:ext cx="2444040" cy="173700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90" name="Group 421"/>
              <p:cNvGrpSpPr/>
              <p:nvPr/>
            </p:nvGrpSpPr>
            <p:grpSpPr>
              <a:xfrm>
                <a:off x="7307280" y="-7560"/>
                <a:ext cx="2440080" cy="1737360"/>
                <a:chOff x="7307280" y="-7560"/>
                <a:chExt cx="2440080" cy="1737360"/>
              </a:xfrm>
            </p:grpSpPr>
            <p:sp>
              <p:nvSpPr>
                <p:cNvPr id="191" name="Rectangle 422"/>
                <p:cNvSpPr/>
                <p:nvPr/>
              </p:nvSpPr>
              <p:spPr>
                <a:xfrm>
                  <a:off x="7309440" y="5716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" name="Rectangle 423"/>
                <p:cNvSpPr/>
                <p:nvPr/>
              </p:nvSpPr>
              <p:spPr>
                <a:xfrm>
                  <a:off x="8120520" y="5716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" name="Rectangle 424"/>
                <p:cNvSpPr/>
                <p:nvPr/>
              </p:nvSpPr>
              <p:spPr>
                <a:xfrm>
                  <a:off x="8933040" y="5716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" name="Rectangle 425"/>
                <p:cNvSpPr/>
                <p:nvPr/>
              </p:nvSpPr>
              <p:spPr>
                <a:xfrm>
                  <a:off x="7309440" y="-7560"/>
                  <a:ext cx="814320" cy="57888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" name="Rectangle 426"/>
                <p:cNvSpPr/>
                <p:nvPr/>
              </p:nvSpPr>
              <p:spPr>
                <a:xfrm>
                  <a:off x="8120520" y="-7560"/>
                  <a:ext cx="814320" cy="578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" name="Rectangle 427"/>
                <p:cNvSpPr/>
                <p:nvPr/>
              </p:nvSpPr>
              <p:spPr>
                <a:xfrm>
                  <a:off x="8933040" y="-7560"/>
                  <a:ext cx="814320" cy="57888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7" name="Rectangle 428"/>
                <p:cNvSpPr/>
                <p:nvPr/>
              </p:nvSpPr>
              <p:spPr>
                <a:xfrm>
                  <a:off x="7307280" y="1150920"/>
                  <a:ext cx="814320" cy="57888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8" name="Rectangle 429"/>
                <p:cNvSpPr/>
                <p:nvPr/>
              </p:nvSpPr>
              <p:spPr>
                <a:xfrm>
                  <a:off x="8118000" y="1150920"/>
                  <a:ext cx="814320" cy="57888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" name="Rectangle 430"/>
                <p:cNvSpPr/>
                <p:nvPr/>
              </p:nvSpPr>
              <p:spPr>
                <a:xfrm>
                  <a:off x="8930520" y="1150920"/>
                  <a:ext cx="814320" cy="57888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00" name="Group 384"/>
            <p:cNvGrpSpPr/>
            <p:nvPr/>
          </p:nvGrpSpPr>
          <p:grpSpPr>
            <a:xfrm>
              <a:off x="4854600" y="-2160"/>
              <a:ext cx="2453400" cy="1737360"/>
              <a:chOff x="4854600" y="-2160"/>
              <a:chExt cx="2453400" cy="1737360"/>
            </a:xfrm>
          </p:grpSpPr>
          <p:sp>
            <p:nvSpPr>
              <p:cNvPr id="201" name="Rectangle 409"/>
              <p:cNvSpPr/>
              <p:nvPr/>
            </p:nvSpPr>
            <p:spPr>
              <a:xfrm>
                <a:off x="4854600" y="-2160"/>
                <a:ext cx="2444040" cy="173700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02" name="Group 410"/>
              <p:cNvGrpSpPr/>
              <p:nvPr/>
            </p:nvGrpSpPr>
            <p:grpSpPr>
              <a:xfrm>
                <a:off x="4860720" y="-2160"/>
                <a:ext cx="2447280" cy="1737360"/>
                <a:chOff x="4860720" y="-2160"/>
                <a:chExt cx="2447280" cy="1737360"/>
              </a:xfrm>
            </p:grpSpPr>
            <p:sp>
              <p:nvSpPr>
                <p:cNvPr id="203" name="Rectangle 411"/>
                <p:cNvSpPr/>
                <p:nvPr/>
              </p:nvSpPr>
              <p:spPr>
                <a:xfrm>
                  <a:off x="4862880" y="577080"/>
                  <a:ext cx="814320" cy="57888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4" name="Rectangle 412"/>
                <p:cNvSpPr/>
                <p:nvPr/>
              </p:nvSpPr>
              <p:spPr>
                <a:xfrm>
                  <a:off x="5673960" y="57708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5" name="Rectangle 413"/>
                <p:cNvSpPr/>
                <p:nvPr/>
              </p:nvSpPr>
              <p:spPr>
                <a:xfrm>
                  <a:off x="6486480" y="577080"/>
                  <a:ext cx="814320" cy="57888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6" name="Rectangle 414"/>
                <p:cNvSpPr/>
                <p:nvPr/>
              </p:nvSpPr>
              <p:spPr>
                <a:xfrm>
                  <a:off x="4862880" y="-216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7" name="Rectangle 415"/>
                <p:cNvSpPr/>
                <p:nvPr/>
              </p:nvSpPr>
              <p:spPr>
                <a:xfrm>
                  <a:off x="5673960" y="-216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8" name="Rectangle 416"/>
                <p:cNvSpPr/>
                <p:nvPr/>
              </p:nvSpPr>
              <p:spPr>
                <a:xfrm>
                  <a:off x="6486480" y="-216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9" name="Rectangle 417"/>
                <p:cNvSpPr/>
                <p:nvPr/>
              </p:nvSpPr>
              <p:spPr>
                <a:xfrm>
                  <a:off x="4860720" y="1156320"/>
                  <a:ext cx="814320" cy="57888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0" name="Rectangle 418"/>
                <p:cNvSpPr/>
                <p:nvPr/>
              </p:nvSpPr>
              <p:spPr>
                <a:xfrm>
                  <a:off x="5671440" y="1156320"/>
                  <a:ext cx="814320" cy="57888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1" name="Rectangle 419"/>
                <p:cNvSpPr/>
                <p:nvPr/>
              </p:nvSpPr>
              <p:spPr>
                <a:xfrm>
                  <a:off x="6493680" y="1156320"/>
                  <a:ext cx="814320" cy="57888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2" name="Group 385"/>
            <p:cNvGrpSpPr/>
            <p:nvPr/>
          </p:nvGrpSpPr>
          <p:grpSpPr>
            <a:xfrm>
              <a:off x="2415600" y="-7560"/>
              <a:ext cx="2446200" cy="1737360"/>
              <a:chOff x="2415600" y="-7560"/>
              <a:chExt cx="2446200" cy="1737360"/>
            </a:xfrm>
          </p:grpSpPr>
          <p:sp>
            <p:nvSpPr>
              <p:cNvPr id="213" name="Rectangle 398"/>
              <p:cNvSpPr/>
              <p:nvPr/>
            </p:nvSpPr>
            <p:spPr>
              <a:xfrm>
                <a:off x="2415600" y="-7560"/>
                <a:ext cx="2444040" cy="173700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14" name="Group 399"/>
              <p:cNvGrpSpPr/>
              <p:nvPr/>
            </p:nvGrpSpPr>
            <p:grpSpPr>
              <a:xfrm>
                <a:off x="2421720" y="-7560"/>
                <a:ext cx="2440080" cy="1737360"/>
                <a:chOff x="2421720" y="-7560"/>
                <a:chExt cx="2440080" cy="1737360"/>
              </a:xfrm>
            </p:grpSpPr>
            <p:sp>
              <p:nvSpPr>
                <p:cNvPr id="215" name="Rectangle 400"/>
                <p:cNvSpPr/>
                <p:nvPr/>
              </p:nvSpPr>
              <p:spPr>
                <a:xfrm>
                  <a:off x="2423880" y="571680"/>
                  <a:ext cx="814320" cy="57888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6" name="Rectangle 401"/>
                <p:cNvSpPr/>
                <p:nvPr/>
              </p:nvSpPr>
              <p:spPr>
                <a:xfrm>
                  <a:off x="3234960" y="571680"/>
                  <a:ext cx="814320" cy="57888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7" name="Rectangle 402"/>
                <p:cNvSpPr/>
                <p:nvPr/>
              </p:nvSpPr>
              <p:spPr>
                <a:xfrm>
                  <a:off x="4047480" y="57168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8" name="Rectangle 403"/>
                <p:cNvSpPr/>
                <p:nvPr/>
              </p:nvSpPr>
              <p:spPr>
                <a:xfrm>
                  <a:off x="2423880" y="-756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" name="Rectangle 404"/>
                <p:cNvSpPr/>
                <p:nvPr/>
              </p:nvSpPr>
              <p:spPr>
                <a:xfrm>
                  <a:off x="3234960" y="-7560"/>
                  <a:ext cx="814320" cy="578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0" name="Rectangle 405"/>
                <p:cNvSpPr/>
                <p:nvPr/>
              </p:nvSpPr>
              <p:spPr>
                <a:xfrm>
                  <a:off x="4047480" y="-756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1" name="Rectangle 406"/>
                <p:cNvSpPr/>
                <p:nvPr/>
              </p:nvSpPr>
              <p:spPr>
                <a:xfrm>
                  <a:off x="2421720" y="1150920"/>
                  <a:ext cx="814320" cy="57888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2" name="Rectangle 407"/>
                <p:cNvSpPr/>
                <p:nvPr/>
              </p:nvSpPr>
              <p:spPr>
                <a:xfrm>
                  <a:off x="3232440" y="1150920"/>
                  <a:ext cx="814320" cy="57888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3" name="Rectangle 408"/>
                <p:cNvSpPr/>
                <p:nvPr/>
              </p:nvSpPr>
              <p:spPr>
                <a:xfrm>
                  <a:off x="4044960" y="1150920"/>
                  <a:ext cx="814320" cy="57888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4" name="Group 386"/>
            <p:cNvGrpSpPr/>
            <p:nvPr/>
          </p:nvGrpSpPr>
          <p:grpSpPr>
            <a:xfrm>
              <a:off x="-21960" y="-7560"/>
              <a:ext cx="2446200" cy="1737360"/>
              <a:chOff x="-21960" y="-7560"/>
              <a:chExt cx="2446200" cy="1737360"/>
            </a:xfrm>
          </p:grpSpPr>
          <p:sp>
            <p:nvSpPr>
              <p:cNvPr id="225" name="Rectangle 387"/>
              <p:cNvSpPr/>
              <p:nvPr/>
            </p:nvSpPr>
            <p:spPr>
              <a:xfrm>
                <a:off x="-21960" y="-7560"/>
                <a:ext cx="2444040" cy="173700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26" name="Group 388"/>
              <p:cNvGrpSpPr/>
              <p:nvPr/>
            </p:nvGrpSpPr>
            <p:grpSpPr>
              <a:xfrm>
                <a:off x="-15840" y="-7560"/>
                <a:ext cx="2440080" cy="1737360"/>
                <a:chOff x="-15840" y="-7560"/>
                <a:chExt cx="2440080" cy="1737360"/>
              </a:xfrm>
            </p:grpSpPr>
            <p:sp>
              <p:nvSpPr>
                <p:cNvPr id="227" name="Rectangle 389"/>
                <p:cNvSpPr/>
                <p:nvPr/>
              </p:nvSpPr>
              <p:spPr>
                <a:xfrm>
                  <a:off x="-13680" y="57168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8" name="Rectangle 390"/>
                <p:cNvSpPr/>
                <p:nvPr/>
              </p:nvSpPr>
              <p:spPr>
                <a:xfrm>
                  <a:off x="797400" y="57168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9" name="Rectangle 391"/>
                <p:cNvSpPr/>
                <p:nvPr/>
              </p:nvSpPr>
              <p:spPr>
                <a:xfrm>
                  <a:off x="1609920" y="57168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0" name="Rectangle 392"/>
                <p:cNvSpPr/>
                <p:nvPr/>
              </p:nvSpPr>
              <p:spPr>
                <a:xfrm>
                  <a:off x="-13680" y="-7560"/>
                  <a:ext cx="814320" cy="57888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1" name="Rectangle 393"/>
                <p:cNvSpPr/>
                <p:nvPr/>
              </p:nvSpPr>
              <p:spPr>
                <a:xfrm>
                  <a:off x="797400" y="-7560"/>
                  <a:ext cx="814320" cy="57888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2" name="Rectangle 394"/>
                <p:cNvSpPr/>
                <p:nvPr/>
              </p:nvSpPr>
              <p:spPr>
                <a:xfrm>
                  <a:off x="1609920" y="-7560"/>
                  <a:ext cx="814320" cy="57888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3" name="Rectangle 395"/>
                <p:cNvSpPr/>
                <p:nvPr/>
              </p:nvSpPr>
              <p:spPr>
                <a:xfrm>
                  <a:off x="-15840" y="1150920"/>
                  <a:ext cx="814320" cy="57888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4" name="Rectangle 396"/>
                <p:cNvSpPr/>
                <p:nvPr/>
              </p:nvSpPr>
              <p:spPr>
                <a:xfrm>
                  <a:off x="794880" y="1150920"/>
                  <a:ext cx="814320" cy="5788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35" name="Rectangle 397"/>
                <p:cNvSpPr/>
                <p:nvPr/>
              </p:nvSpPr>
              <p:spPr>
                <a:xfrm>
                  <a:off x="1607400" y="1150920"/>
                  <a:ext cx="814320" cy="57888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236" name="Group 4"/>
          <p:cNvGrpSpPr/>
          <p:nvPr/>
        </p:nvGrpSpPr>
        <p:grpSpPr>
          <a:xfrm>
            <a:off x="0" y="6597360"/>
            <a:ext cx="12191400" cy="290520"/>
            <a:chOff x="0" y="6597360"/>
            <a:chExt cx="12191400" cy="290520"/>
          </a:xfrm>
        </p:grpSpPr>
        <p:sp>
          <p:nvSpPr>
            <p:cNvPr id="237" name="Rectangle 463"/>
            <p:cNvSpPr/>
            <p:nvPr/>
          </p:nvSpPr>
          <p:spPr>
            <a:xfrm>
              <a:off x="10036080" y="6599880"/>
              <a:ext cx="2153520" cy="285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464"/>
            <p:cNvSpPr/>
            <p:nvPr/>
          </p:nvSpPr>
          <p:spPr>
            <a:xfrm>
              <a:off x="10043280" y="6599880"/>
              <a:ext cx="717480" cy="28764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2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465"/>
            <p:cNvSpPr/>
            <p:nvPr/>
          </p:nvSpPr>
          <p:spPr>
            <a:xfrm>
              <a:off x="10757880" y="6599880"/>
              <a:ext cx="71748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466"/>
            <p:cNvSpPr/>
            <p:nvPr/>
          </p:nvSpPr>
          <p:spPr>
            <a:xfrm>
              <a:off x="11473920" y="6599880"/>
              <a:ext cx="717480" cy="28764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Rectangle 467"/>
            <p:cNvSpPr/>
            <p:nvPr/>
          </p:nvSpPr>
          <p:spPr>
            <a:xfrm>
              <a:off x="7881840" y="6597360"/>
              <a:ext cx="2153520" cy="2851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468"/>
            <p:cNvSpPr/>
            <p:nvPr/>
          </p:nvSpPr>
          <p:spPr>
            <a:xfrm>
              <a:off x="7889400" y="6597360"/>
              <a:ext cx="717480" cy="28764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2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469"/>
            <p:cNvSpPr/>
            <p:nvPr/>
          </p:nvSpPr>
          <p:spPr>
            <a:xfrm>
              <a:off x="8604000" y="6597360"/>
              <a:ext cx="71748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Rectangle 470"/>
            <p:cNvSpPr/>
            <p:nvPr/>
          </p:nvSpPr>
          <p:spPr>
            <a:xfrm>
              <a:off x="9320040" y="6597360"/>
              <a:ext cx="717480" cy="287640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Rectangle 471"/>
            <p:cNvSpPr/>
            <p:nvPr/>
          </p:nvSpPr>
          <p:spPr>
            <a:xfrm>
              <a:off x="5726160" y="6599880"/>
              <a:ext cx="2153520" cy="285120"/>
            </a:xfrm>
            <a:prstGeom prst="rect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Rectangle 472"/>
            <p:cNvSpPr/>
            <p:nvPr/>
          </p:nvSpPr>
          <p:spPr>
            <a:xfrm>
              <a:off x="5733360" y="6599880"/>
              <a:ext cx="717480" cy="287640"/>
            </a:xfrm>
            <a:prstGeom prst="rect">
              <a:avLst/>
            </a:prstGeom>
            <a:solidFill>
              <a:schemeClr val="accent2">
                <a:lumMod val="75000"/>
                <a:alpha val="46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Rectangle 473"/>
            <p:cNvSpPr/>
            <p:nvPr/>
          </p:nvSpPr>
          <p:spPr>
            <a:xfrm>
              <a:off x="6447960" y="6599880"/>
              <a:ext cx="717480" cy="28764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474"/>
            <p:cNvSpPr/>
            <p:nvPr/>
          </p:nvSpPr>
          <p:spPr>
            <a:xfrm>
              <a:off x="7164000" y="6599880"/>
              <a:ext cx="717480" cy="28764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76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Rectangle 475"/>
            <p:cNvSpPr/>
            <p:nvPr/>
          </p:nvSpPr>
          <p:spPr>
            <a:xfrm>
              <a:off x="3576600" y="6597360"/>
              <a:ext cx="2153520" cy="2851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476"/>
            <p:cNvSpPr/>
            <p:nvPr/>
          </p:nvSpPr>
          <p:spPr>
            <a:xfrm>
              <a:off x="3583800" y="6597360"/>
              <a:ext cx="717480" cy="28764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Rectangle 477"/>
            <p:cNvSpPr/>
            <p:nvPr/>
          </p:nvSpPr>
          <p:spPr>
            <a:xfrm>
              <a:off x="4298400" y="6597360"/>
              <a:ext cx="71748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Rectangle 478"/>
            <p:cNvSpPr/>
            <p:nvPr/>
          </p:nvSpPr>
          <p:spPr>
            <a:xfrm>
              <a:off x="5014440" y="6597360"/>
              <a:ext cx="717480" cy="28764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Rectangle 479"/>
            <p:cNvSpPr/>
            <p:nvPr/>
          </p:nvSpPr>
          <p:spPr>
            <a:xfrm>
              <a:off x="1428480" y="6597360"/>
              <a:ext cx="2153520" cy="287640"/>
            </a:xfrm>
            <a:prstGeom prst="rect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Rectangle 480"/>
            <p:cNvSpPr/>
            <p:nvPr/>
          </p:nvSpPr>
          <p:spPr>
            <a:xfrm>
              <a:off x="1436040" y="6597360"/>
              <a:ext cx="717480" cy="287640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481"/>
            <p:cNvSpPr/>
            <p:nvPr/>
          </p:nvSpPr>
          <p:spPr>
            <a:xfrm>
              <a:off x="2150640" y="6597360"/>
              <a:ext cx="717480" cy="287640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Rectangle 482"/>
            <p:cNvSpPr/>
            <p:nvPr/>
          </p:nvSpPr>
          <p:spPr>
            <a:xfrm>
              <a:off x="2866680" y="6597360"/>
              <a:ext cx="717480" cy="287640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483"/>
            <p:cNvSpPr/>
            <p:nvPr/>
          </p:nvSpPr>
          <p:spPr>
            <a:xfrm>
              <a:off x="0" y="6600240"/>
              <a:ext cx="1440000" cy="28476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484"/>
            <p:cNvSpPr/>
            <p:nvPr/>
          </p:nvSpPr>
          <p:spPr>
            <a:xfrm>
              <a:off x="8640" y="6600240"/>
              <a:ext cx="717480" cy="28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485"/>
            <p:cNvSpPr/>
            <p:nvPr/>
          </p:nvSpPr>
          <p:spPr>
            <a:xfrm>
              <a:off x="724680" y="6600240"/>
              <a:ext cx="717480" cy="28764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Fai clic per modificare il formato del testo della struttura</a:t>
            </a: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Secondo livello struttura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Terzo livello struttura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Quarto livello struttura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Quinto livello struttura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Sesto livello struttura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</a:rPr>
              <a:t>Settimo livello struttura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7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268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269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70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271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2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3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4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5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6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7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8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0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281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82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283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8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9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0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1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92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293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94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295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6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7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8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9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0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1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2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3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04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305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06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307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8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09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0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1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2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3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4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5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16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317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18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319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0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1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2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3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4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5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6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7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28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329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30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331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2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3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4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5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6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7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8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9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40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341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42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343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4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9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0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2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353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54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355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6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7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8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9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0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1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2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3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64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365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66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367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8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69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0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1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2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3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4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75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76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377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86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387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93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864000" indent="-324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296000" indent="-288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728000" indent="-216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160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dt" idx="4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 type="ftr" idx="5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PlaceHolder 5"/>
          <p:cNvSpPr>
            <a:spLocks noGrp="1"/>
          </p:cNvSpPr>
          <p:nvPr>
            <p:ph type="sldNum" idx="6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C0BEE62-8A0D-4AB7-83C9-03E2A2B6177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45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446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447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48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449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0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1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2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3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4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5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6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57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58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459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60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461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2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3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4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5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6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7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8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69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70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471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72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473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4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5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6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7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8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79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0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1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82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483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84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485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6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7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8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89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0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1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2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3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494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495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496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497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8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499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0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1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2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3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4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05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06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507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08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509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0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1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2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3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4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6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7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18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519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20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521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5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6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7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8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9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30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531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32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533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4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5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6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7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8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9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0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1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42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543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544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545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8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9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0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1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2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3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54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555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64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565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7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8839080" y="980640"/>
            <a:ext cx="2742840" cy="504036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09480" y="980640"/>
            <a:ext cx="8026200" cy="504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864000" indent="-324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296000" indent="-288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728000" indent="-216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160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dt" idx="7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PlaceHolder 4"/>
          <p:cNvSpPr>
            <a:spLocks noGrp="1"/>
          </p:cNvSpPr>
          <p:nvPr>
            <p:ph type="ftr" idx="8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PlaceHolder 5"/>
          <p:cNvSpPr>
            <a:spLocks noGrp="1"/>
          </p:cNvSpPr>
          <p:nvPr>
            <p:ph type="sldNum" idx="9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DE8D0D2-BB29-4F1F-834F-0BFFFED4CB67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23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624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625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26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627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8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29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0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1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2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3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4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35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36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637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38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639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0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1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2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3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4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5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6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7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48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649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50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651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2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3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4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5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6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7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8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59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60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661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62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663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4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5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6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7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8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69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0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1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72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673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74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675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6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7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8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9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0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1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2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3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84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685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86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687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8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9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0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1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2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3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4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5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96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697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698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699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0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1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2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3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4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5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6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7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08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709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710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711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2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3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4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5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6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7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8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19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20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721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722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723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4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5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6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7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8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29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30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31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32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733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8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0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2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743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9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609480" y="1340640"/>
            <a:ext cx="10972440" cy="460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864000" indent="-324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296000" indent="-288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728000" indent="-216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160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dt" idx="10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PlaceHolder 4"/>
          <p:cNvSpPr>
            <a:spLocks noGrp="1"/>
          </p:cNvSpPr>
          <p:nvPr>
            <p:ph type="ftr" idx="11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PlaceHolder 5"/>
          <p:cNvSpPr>
            <a:spLocks noGrp="1"/>
          </p:cNvSpPr>
          <p:nvPr>
            <p:ph type="sldNum" idx="12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5867EED-5535-4AA6-899C-674FE1BBE850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01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802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803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04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805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06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07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08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09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0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1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2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3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14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815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16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817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8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19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0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1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2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3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4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25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26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827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28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829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0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1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2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3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4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5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6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37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38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839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40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841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2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3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4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5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6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7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8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9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50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851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52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853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4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5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6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7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8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9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0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1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62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863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64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865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6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7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8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69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0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1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2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3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74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875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76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877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8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79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0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1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2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3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4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85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86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887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888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889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0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1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2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3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4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5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6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7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98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899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00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901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2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3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4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5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6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7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8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9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10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911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20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921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7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0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2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3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623520" y="980640"/>
            <a:ext cx="10944720" cy="10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623520" y="2061000"/>
            <a:ext cx="10944720" cy="396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PlaceHolder 3"/>
          <p:cNvSpPr>
            <a:spLocks noGrp="1"/>
          </p:cNvSpPr>
          <p:nvPr>
            <p:ph type="dt" idx="13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4"/>
          <p:cNvSpPr>
            <a:spLocks noGrp="1"/>
          </p:cNvSpPr>
          <p:nvPr>
            <p:ph type="ftr" idx="14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5"/>
          <p:cNvSpPr>
            <a:spLocks noGrp="1"/>
          </p:cNvSpPr>
          <p:nvPr>
            <p:ph type="sldNum" idx="15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5B5BC50-0353-49DF-8760-AEFDBDCC2AE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77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978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979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80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981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2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3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4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5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6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7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8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89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90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991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992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993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4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5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6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7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8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9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0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1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02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1003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04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1005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6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7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9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0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1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2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3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14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1015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16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1017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8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9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0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1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2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3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4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25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26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1027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28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1029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0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1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2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3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4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5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6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37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38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1039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40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1041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2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3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4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5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6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7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8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49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50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1051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52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1053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4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5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6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7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8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59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0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1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62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1063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64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1065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6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7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8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69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0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1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2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3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74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075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076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077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8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79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0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1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2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3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4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85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86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087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2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96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097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9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3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6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7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9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4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6" name="PlaceHolder 1"/>
          <p:cNvSpPr>
            <a:spLocks noGrp="1"/>
          </p:cNvSpPr>
          <p:nvPr>
            <p:ph type="body"/>
          </p:nvPr>
        </p:nvSpPr>
        <p:spPr>
          <a:xfrm>
            <a:off x="609480" y="142344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864000" indent="-324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296000" indent="-288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728000" indent="-216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160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PlaceHolder 2"/>
          <p:cNvSpPr>
            <a:spLocks noGrp="1"/>
          </p:cNvSpPr>
          <p:nvPr>
            <p:ph type="body"/>
          </p:nvPr>
        </p:nvSpPr>
        <p:spPr>
          <a:xfrm>
            <a:off x="6197760" y="142344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0243e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10243e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1430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6002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0574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PlaceHolder 3"/>
          <p:cNvSpPr>
            <a:spLocks noGrp="1"/>
          </p:cNvSpPr>
          <p:nvPr>
            <p:ph type="dt" idx="16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PlaceHolder 4"/>
          <p:cNvSpPr>
            <a:spLocks noGrp="1"/>
          </p:cNvSpPr>
          <p:nvPr>
            <p:ph type="ftr" idx="17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PlaceHolder 5"/>
          <p:cNvSpPr>
            <a:spLocks noGrp="1"/>
          </p:cNvSpPr>
          <p:nvPr>
            <p:ph type="sldNum" idx="18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FA76D28-A667-4BF6-8995-39395E012D6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PlaceHolder 6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54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1155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1156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57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1158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9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0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1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2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3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4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5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6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67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1168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69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1170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1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2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3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4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5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6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7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8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79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1180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81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1182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3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4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5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6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7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8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9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0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1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1192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193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1194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5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6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7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8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99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0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1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2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03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1204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05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1206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7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8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09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0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1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2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3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4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15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1216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17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1218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19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0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1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2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3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4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5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26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27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1228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29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1230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1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2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3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4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5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6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7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38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39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1240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41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1242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3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4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5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6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7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8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49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0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51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252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253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254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5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6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7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8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59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0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1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262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263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264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73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274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8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9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80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3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4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4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6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3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3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1"/>
          <p:cNvSpPr>
            <a:spLocks noGrp="1"/>
          </p:cNvSpPr>
          <p:nvPr>
            <p:ph type="body"/>
          </p:nvPr>
        </p:nvSpPr>
        <p:spPr>
          <a:xfrm>
            <a:off x="609480" y="14126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body"/>
          </p:nvPr>
        </p:nvSpPr>
        <p:spPr>
          <a:xfrm>
            <a:off x="609480" y="20523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0243e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10243e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1430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6002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16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0574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16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PlaceHolder 3"/>
          <p:cNvSpPr>
            <a:spLocks noGrp="1"/>
          </p:cNvSpPr>
          <p:nvPr>
            <p:ph type="body"/>
          </p:nvPr>
        </p:nvSpPr>
        <p:spPr>
          <a:xfrm>
            <a:off x="6193440" y="14126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PlaceHolder 4"/>
          <p:cNvSpPr>
            <a:spLocks noGrp="1"/>
          </p:cNvSpPr>
          <p:nvPr>
            <p:ph type="body"/>
          </p:nvPr>
        </p:nvSpPr>
        <p:spPr>
          <a:xfrm>
            <a:off x="6193440" y="20523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0243e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10243e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1430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6002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16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057400" indent="-228600" defTabSz="914400">
              <a:lnSpc>
                <a:spcPct val="100000"/>
              </a:lnSpc>
              <a:buClr>
                <a:srgbClr val="10243e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16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PlaceHolder 5"/>
          <p:cNvSpPr>
            <a:spLocks noGrp="1"/>
          </p:cNvSpPr>
          <p:nvPr>
            <p:ph type="dt" idx="19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PlaceHolder 6"/>
          <p:cNvSpPr>
            <a:spLocks noGrp="1"/>
          </p:cNvSpPr>
          <p:nvPr>
            <p:ph type="ftr" idx="20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PlaceHolder 7"/>
          <p:cNvSpPr>
            <a:spLocks noGrp="1"/>
          </p:cNvSpPr>
          <p:nvPr>
            <p:ph type="sldNum" idx="21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BD400DB-285F-45F1-9265-6CAE5038E22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PlaceHolder 8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33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1334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1335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336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1337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8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39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40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41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42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43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44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45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46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1347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348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1349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0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1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2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3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4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5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6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57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58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1359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360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1361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2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3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4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5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6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7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8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69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70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1371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372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1373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4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5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6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7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8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79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0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1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82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1383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384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1385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6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7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8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9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0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1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2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3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94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1395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396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1397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8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9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0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1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2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3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4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05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06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1407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408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1409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0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1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2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3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4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5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6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17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18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1419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420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1421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2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3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4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5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6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7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8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29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30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431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432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433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4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5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6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7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8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39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40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41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42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443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7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0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52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453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4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5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6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7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8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59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0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1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2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3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4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8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9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2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3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4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5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0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1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2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3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4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6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2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3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4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5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0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1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PlaceHolder 2"/>
          <p:cNvSpPr>
            <a:spLocks noGrp="1"/>
          </p:cNvSpPr>
          <p:nvPr>
            <p:ph type="dt" idx="22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PlaceHolder 3"/>
          <p:cNvSpPr>
            <a:spLocks noGrp="1"/>
          </p:cNvSpPr>
          <p:nvPr>
            <p:ph type="ftr" idx="23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PlaceHolder 4"/>
          <p:cNvSpPr>
            <a:spLocks noGrp="1"/>
          </p:cNvSpPr>
          <p:nvPr>
            <p:ph type="sldNum" idx="24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D88AAE8-E85F-4433-B382-5EBD4D285D1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08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1509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1510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11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1512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3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4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5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6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7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8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9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0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21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1522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23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1524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5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6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7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8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9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0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1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2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33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1534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35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1536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7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8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9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0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1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2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3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4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45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1546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47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1548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9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0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1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2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3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4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5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6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57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1558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59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1560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1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2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3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4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5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6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7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8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69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1570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71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1572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3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4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5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6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7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8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9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0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1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1582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83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1584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5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6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7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8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9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0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1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2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93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1594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595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1596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7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8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9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0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1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2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3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4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05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606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607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608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9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0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1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2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3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4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5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16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17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618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9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0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1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2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3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4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5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6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27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628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9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0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1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2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3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34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5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6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7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8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9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4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7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8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9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0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5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6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7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8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9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0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4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6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7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8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9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0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4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7" name="PlaceHolder 1"/>
          <p:cNvSpPr>
            <a:spLocks noGrp="1"/>
          </p:cNvSpPr>
          <p:nvPr>
            <p:ph type="dt" idx="25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PlaceHolder 2"/>
          <p:cNvSpPr>
            <a:spLocks noGrp="1"/>
          </p:cNvSpPr>
          <p:nvPr>
            <p:ph type="ftr" idx="26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PlaceHolder 3"/>
          <p:cNvSpPr>
            <a:spLocks noGrp="1"/>
          </p:cNvSpPr>
          <p:nvPr>
            <p:ph type="sldNum" idx="27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779FFCA-56F1-40D7-86EB-6F9351CE98B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82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1683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1684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685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1686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87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88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89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0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1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2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3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4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95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1696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697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1698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99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0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1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2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3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4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5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06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07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1708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09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1710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1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2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3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4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5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6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7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18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19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1720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21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1722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3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4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5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6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7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8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29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0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31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1732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33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1734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5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6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7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8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39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0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1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2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43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1744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45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1746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7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8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9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0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1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2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3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4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55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1756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57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1758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9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0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1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2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3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4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5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66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67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1768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69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1770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1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2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3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4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5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6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7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8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79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780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781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782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3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4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5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6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7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8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9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90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91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792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3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4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5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6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7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8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9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0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01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802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3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4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5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6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7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08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9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0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1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2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3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4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6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9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0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2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3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4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8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9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0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1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2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4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5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6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8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1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3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4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9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0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PlaceHolder 1"/>
          <p:cNvSpPr>
            <a:spLocks noGrp="1"/>
          </p:cNvSpPr>
          <p:nvPr>
            <p:ph type="body"/>
          </p:nvPr>
        </p:nvSpPr>
        <p:spPr>
          <a:xfrm>
            <a:off x="4847760" y="1196640"/>
            <a:ext cx="6816240" cy="482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1" marL="864000" indent="-324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Second level</a:t>
            </a:r>
            <a:endParaRPr b="0" lang="en-US" sz="2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2" marL="1296000" indent="-288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Third level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3" marL="1728000" indent="-216000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Fourth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lvl="4" marL="2160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Fifth level</a:t>
            </a:r>
            <a:endParaRPr b="0" lang="en-US" sz="18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PlaceHolder 2"/>
          <p:cNvSpPr>
            <a:spLocks noGrp="1"/>
          </p:cNvSpPr>
          <p:nvPr>
            <p:ph type="body"/>
          </p:nvPr>
        </p:nvSpPr>
        <p:spPr>
          <a:xfrm>
            <a:off x="623520" y="1196640"/>
            <a:ext cx="4010760" cy="482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PlaceHolder 3"/>
          <p:cNvSpPr>
            <a:spLocks noGrp="1"/>
          </p:cNvSpPr>
          <p:nvPr>
            <p:ph type="dt" idx="28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PlaceHolder 4"/>
          <p:cNvSpPr>
            <a:spLocks noGrp="1"/>
          </p:cNvSpPr>
          <p:nvPr>
            <p:ph type="ftr" idx="29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PlaceHolder 5"/>
          <p:cNvSpPr>
            <a:spLocks noGrp="1"/>
          </p:cNvSpPr>
          <p:nvPr>
            <p:ph type="sldNum" idx="30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458B221-4058-4927-BF6A-8E2F3B4051D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PlaceHolder 6"/>
          <p:cNvSpPr>
            <a:spLocks noGrp="1"/>
          </p:cNvSpPr>
          <p:nvPr>
            <p:ph type="title"/>
          </p:nvPr>
        </p:nvSpPr>
        <p:spPr>
          <a:xfrm>
            <a:off x="2676600" y="220680"/>
            <a:ext cx="6749640" cy="85572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Rectangle 245"/>
          <p:cNvSpPr/>
          <p:nvPr/>
        </p:nvSpPr>
        <p:spPr>
          <a:xfrm>
            <a:off x="759240" y="-8280"/>
            <a:ext cx="1144080" cy="8636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Rectangle 350"/>
          <p:cNvSpPr/>
          <p:nvPr/>
        </p:nvSpPr>
        <p:spPr>
          <a:xfrm>
            <a:off x="0" y="-5760"/>
            <a:ext cx="765000" cy="863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59" name="Group 6"/>
          <p:cNvGrpSpPr/>
          <p:nvPr/>
        </p:nvGrpSpPr>
        <p:grpSpPr>
          <a:xfrm>
            <a:off x="0" y="-8280"/>
            <a:ext cx="12198960" cy="867240"/>
            <a:chOff x="0" y="-8280"/>
            <a:chExt cx="12198960" cy="867240"/>
          </a:xfrm>
        </p:grpSpPr>
        <p:grpSp>
          <p:nvGrpSpPr>
            <p:cNvPr id="1860" name="Group 112"/>
            <p:cNvGrpSpPr/>
            <p:nvPr/>
          </p:nvGrpSpPr>
          <p:grpSpPr>
            <a:xfrm>
              <a:off x="11053080" y="-4680"/>
              <a:ext cx="1145880" cy="860040"/>
              <a:chOff x="11053080" y="-4680"/>
              <a:chExt cx="1145880" cy="860040"/>
            </a:xfrm>
          </p:grpSpPr>
          <p:sp>
            <p:nvSpPr>
              <p:cNvPr id="1861" name="Rectangle 5"/>
              <p:cNvSpPr/>
              <p:nvPr/>
            </p:nvSpPr>
            <p:spPr>
              <a:xfrm>
                <a:off x="11053440" y="-4680"/>
                <a:ext cx="1144080" cy="8600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862" name="Group 4"/>
              <p:cNvGrpSpPr/>
              <p:nvPr/>
            </p:nvGrpSpPr>
            <p:grpSpPr>
              <a:xfrm>
                <a:off x="11053080" y="-4680"/>
                <a:ext cx="1145880" cy="860040"/>
                <a:chOff x="11053080" y="-4680"/>
                <a:chExt cx="1145880" cy="860040"/>
              </a:xfrm>
            </p:grpSpPr>
            <p:sp>
              <p:nvSpPr>
                <p:cNvPr id="1863" name="Rectangle 157"/>
                <p:cNvSpPr/>
                <p:nvPr/>
              </p:nvSpPr>
              <p:spPr>
                <a:xfrm>
                  <a:off x="1105308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4" name="Rectangle 158"/>
                <p:cNvSpPr/>
                <p:nvPr/>
              </p:nvSpPr>
              <p:spPr>
                <a:xfrm>
                  <a:off x="1143252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5" name="Rectangle 159"/>
                <p:cNvSpPr/>
                <p:nvPr/>
              </p:nvSpPr>
              <p:spPr>
                <a:xfrm>
                  <a:off x="11813040" y="281880"/>
                  <a:ext cx="381240" cy="28656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6" name="Rectangle 160"/>
                <p:cNvSpPr/>
                <p:nvPr/>
              </p:nvSpPr>
              <p:spPr>
                <a:xfrm>
                  <a:off x="1105740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7" name="Rectangle 161"/>
                <p:cNvSpPr/>
                <p:nvPr/>
              </p:nvSpPr>
              <p:spPr>
                <a:xfrm>
                  <a:off x="11437200" y="-468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8" name="Rectangle 162"/>
                <p:cNvSpPr/>
                <p:nvPr/>
              </p:nvSpPr>
              <p:spPr>
                <a:xfrm>
                  <a:off x="11817720" y="-468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69" name="Rectangle 163"/>
                <p:cNvSpPr/>
                <p:nvPr/>
              </p:nvSpPr>
              <p:spPr>
                <a:xfrm>
                  <a:off x="11056320" y="568800"/>
                  <a:ext cx="381240" cy="28656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0" name="Rectangle 164"/>
                <p:cNvSpPr/>
                <p:nvPr/>
              </p:nvSpPr>
              <p:spPr>
                <a:xfrm>
                  <a:off x="11436120" y="568800"/>
                  <a:ext cx="381240" cy="286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1" name="Rectangle 165"/>
                <p:cNvSpPr/>
                <p:nvPr/>
              </p:nvSpPr>
              <p:spPr>
                <a:xfrm>
                  <a:off x="11816640" y="568800"/>
                  <a:ext cx="381240" cy="28656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72" name="Group 190"/>
            <p:cNvGrpSpPr/>
            <p:nvPr/>
          </p:nvGrpSpPr>
          <p:grpSpPr>
            <a:xfrm>
              <a:off x="9909000" y="-7560"/>
              <a:ext cx="1145160" cy="863640"/>
              <a:chOff x="9909000" y="-7560"/>
              <a:chExt cx="1145160" cy="863640"/>
            </a:xfrm>
          </p:grpSpPr>
          <p:sp>
            <p:nvSpPr>
              <p:cNvPr id="1873" name="Rectangle 191"/>
              <p:cNvSpPr/>
              <p:nvPr/>
            </p:nvSpPr>
            <p:spPr>
              <a:xfrm>
                <a:off x="9909000" y="-756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874" name="Group 192"/>
              <p:cNvGrpSpPr/>
              <p:nvPr/>
            </p:nvGrpSpPr>
            <p:grpSpPr>
              <a:xfrm>
                <a:off x="9911880" y="-7560"/>
                <a:ext cx="1142280" cy="863640"/>
                <a:chOff x="9911880" y="-7560"/>
                <a:chExt cx="1142280" cy="863640"/>
              </a:xfrm>
            </p:grpSpPr>
            <p:sp>
              <p:nvSpPr>
                <p:cNvPr id="1875" name="Rectangle 193"/>
                <p:cNvSpPr/>
                <p:nvPr/>
              </p:nvSpPr>
              <p:spPr>
                <a:xfrm>
                  <a:off x="9912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6" name="Rectangle 194"/>
                <p:cNvSpPr/>
                <p:nvPr/>
              </p:nvSpPr>
              <p:spPr>
                <a:xfrm>
                  <a:off x="1029240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7" name="Rectangle 195"/>
                <p:cNvSpPr/>
                <p:nvPr/>
              </p:nvSpPr>
              <p:spPr>
                <a:xfrm>
                  <a:off x="1067292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8" name="Rectangle 196"/>
                <p:cNvSpPr/>
                <p:nvPr/>
              </p:nvSpPr>
              <p:spPr>
                <a:xfrm>
                  <a:off x="991296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79" name="Rectangle 197"/>
                <p:cNvSpPr/>
                <p:nvPr/>
              </p:nvSpPr>
              <p:spPr>
                <a:xfrm>
                  <a:off x="1029240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0" name="Rectangle 198"/>
                <p:cNvSpPr/>
                <p:nvPr/>
              </p:nvSpPr>
              <p:spPr>
                <a:xfrm>
                  <a:off x="10672920" y="-756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1" name="Rectangle 199"/>
                <p:cNvSpPr/>
                <p:nvPr/>
              </p:nvSpPr>
              <p:spPr>
                <a:xfrm>
                  <a:off x="99118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2" name="Rectangle 200"/>
                <p:cNvSpPr/>
                <p:nvPr/>
              </p:nvSpPr>
              <p:spPr>
                <a:xfrm>
                  <a:off x="1029168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3" name="Rectangle 201"/>
                <p:cNvSpPr/>
                <p:nvPr/>
              </p:nvSpPr>
              <p:spPr>
                <a:xfrm>
                  <a:off x="10671840" y="56844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84" name="Group 202"/>
            <p:cNvGrpSpPr/>
            <p:nvPr/>
          </p:nvGrpSpPr>
          <p:grpSpPr>
            <a:xfrm>
              <a:off x="8763480" y="-4680"/>
              <a:ext cx="1148760" cy="863640"/>
              <a:chOff x="8763480" y="-4680"/>
              <a:chExt cx="1148760" cy="863640"/>
            </a:xfrm>
          </p:grpSpPr>
          <p:sp>
            <p:nvSpPr>
              <p:cNvPr id="1885" name="Rectangle 203"/>
              <p:cNvSpPr/>
              <p:nvPr/>
            </p:nvSpPr>
            <p:spPr>
              <a:xfrm>
                <a:off x="8763480" y="-468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886" name="Group 204"/>
              <p:cNvGrpSpPr/>
              <p:nvPr/>
            </p:nvGrpSpPr>
            <p:grpSpPr>
              <a:xfrm>
                <a:off x="8766000" y="-4680"/>
                <a:ext cx="1146240" cy="863640"/>
                <a:chOff x="8766000" y="-4680"/>
                <a:chExt cx="1146240" cy="863640"/>
              </a:xfrm>
            </p:grpSpPr>
            <p:sp>
              <p:nvSpPr>
                <p:cNvPr id="1887" name="Rectangle 205"/>
                <p:cNvSpPr/>
                <p:nvPr/>
              </p:nvSpPr>
              <p:spPr>
                <a:xfrm>
                  <a:off x="876708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8" name="Rectangle 206"/>
                <p:cNvSpPr/>
                <p:nvPr/>
              </p:nvSpPr>
              <p:spPr>
                <a:xfrm>
                  <a:off x="9146880" y="28332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89" name="Rectangle 207"/>
                <p:cNvSpPr/>
                <p:nvPr/>
              </p:nvSpPr>
              <p:spPr>
                <a:xfrm>
                  <a:off x="9527400" y="283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0" name="Rectangle 208"/>
                <p:cNvSpPr/>
                <p:nvPr/>
              </p:nvSpPr>
              <p:spPr>
                <a:xfrm>
                  <a:off x="87670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1" name="Rectangle 209"/>
                <p:cNvSpPr/>
                <p:nvPr/>
              </p:nvSpPr>
              <p:spPr>
                <a:xfrm>
                  <a:off x="914688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2" name="Rectangle 210"/>
                <p:cNvSpPr/>
                <p:nvPr/>
              </p:nvSpPr>
              <p:spPr>
                <a:xfrm>
                  <a:off x="9527400" y="-468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3" name="Rectangle 211"/>
                <p:cNvSpPr/>
                <p:nvPr/>
              </p:nvSpPr>
              <p:spPr>
                <a:xfrm>
                  <a:off x="8766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4" name="Rectangle 212"/>
                <p:cNvSpPr/>
                <p:nvPr/>
              </p:nvSpPr>
              <p:spPr>
                <a:xfrm>
                  <a:off x="91458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5" name="Rectangle 213"/>
                <p:cNvSpPr/>
                <p:nvPr/>
              </p:nvSpPr>
              <p:spPr>
                <a:xfrm>
                  <a:off x="9531000" y="57132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96" name="Group 214"/>
            <p:cNvGrpSpPr/>
            <p:nvPr/>
          </p:nvGrpSpPr>
          <p:grpSpPr>
            <a:xfrm>
              <a:off x="7621200" y="-7560"/>
              <a:ext cx="1145160" cy="863640"/>
              <a:chOff x="7621200" y="-7560"/>
              <a:chExt cx="1145160" cy="863640"/>
            </a:xfrm>
          </p:grpSpPr>
          <p:sp>
            <p:nvSpPr>
              <p:cNvPr id="1897" name="Rectangle 215"/>
              <p:cNvSpPr/>
              <p:nvPr/>
            </p:nvSpPr>
            <p:spPr>
              <a:xfrm>
                <a:off x="7621200" y="-756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898" name="Group 216"/>
              <p:cNvGrpSpPr/>
              <p:nvPr/>
            </p:nvGrpSpPr>
            <p:grpSpPr>
              <a:xfrm>
                <a:off x="7624080" y="-7560"/>
                <a:ext cx="1142280" cy="863640"/>
                <a:chOff x="7624080" y="-7560"/>
                <a:chExt cx="1142280" cy="863640"/>
              </a:xfrm>
            </p:grpSpPr>
            <p:sp>
              <p:nvSpPr>
                <p:cNvPr id="1899" name="Rectangle 217"/>
                <p:cNvSpPr/>
                <p:nvPr/>
              </p:nvSpPr>
              <p:spPr>
                <a:xfrm>
                  <a:off x="7625160" y="280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0" name="Rectangle 218"/>
                <p:cNvSpPr/>
                <p:nvPr/>
              </p:nvSpPr>
              <p:spPr>
                <a:xfrm>
                  <a:off x="8004960" y="2804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1" name="Rectangle 219"/>
                <p:cNvSpPr/>
                <p:nvPr/>
              </p:nvSpPr>
              <p:spPr>
                <a:xfrm>
                  <a:off x="8385120" y="280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2" name="Rectangle 220"/>
                <p:cNvSpPr/>
                <p:nvPr/>
              </p:nvSpPr>
              <p:spPr>
                <a:xfrm>
                  <a:off x="762516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3" name="Rectangle 221"/>
                <p:cNvSpPr/>
                <p:nvPr/>
              </p:nvSpPr>
              <p:spPr>
                <a:xfrm>
                  <a:off x="8004960" y="-75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4" name="Rectangle 222"/>
                <p:cNvSpPr/>
                <p:nvPr/>
              </p:nvSpPr>
              <p:spPr>
                <a:xfrm>
                  <a:off x="8385120" y="-75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5" name="Rectangle 223"/>
                <p:cNvSpPr/>
                <p:nvPr/>
              </p:nvSpPr>
              <p:spPr>
                <a:xfrm>
                  <a:off x="7624080" y="5684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6" name="Rectangle 224"/>
                <p:cNvSpPr/>
                <p:nvPr/>
              </p:nvSpPr>
              <p:spPr>
                <a:xfrm>
                  <a:off x="8003880" y="5684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07" name="Rectangle 225"/>
                <p:cNvSpPr/>
                <p:nvPr/>
              </p:nvSpPr>
              <p:spPr>
                <a:xfrm>
                  <a:off x="8384400" y="56844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08" name="Group 226"/>
            <p:cNvGrpSpPr/>
            <p:nvPr/>
          </p:nvGrpSpPr>
          <p:grpSpPr>
            <a:xfrm>
              <a:off x="6479640" y="-7560"/>
              <a:ext cx="1145520" cy="863640"/>
              <a:chOff x="6479640" y="-7560"/>
              <a:chExt cx="1145520" cy="863640"/>
            </a:xfrm>
          </p:grpSpPr>
          <p:sp>
            <p:nvSpPr>
              <p:cNvPr id="1909" name="Rectangle 227"/>
              <p:cNvSpPr/>
              <p:nvPr/>
            </p:nvSpPr>
            <p:spPr>
              <a:xfrm>
                <a:off x="6479640" y="-75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910" name="Group 228"/>
              <p:cNvGrpSpPr/>
              <p:nvPr/>
            </p:nvGrpSpPr>
            <p:grpSpPr>
              <a:xfrm>
                <a:off x="6482520" y="-7560"/>
                <a:ext cx="1142640" cy="863640"/>
                <a:chOff x="6482520" y="-7560"/>
                <a:chExt cx="1142640" cy="863640"/>
              </a:xfrm>
            </p:grpSpPr>
            <p:sp>
              <p:nvSpPr>
                <p:cNvPr id="1911" name="Rectangle 229"/>
                <p:cNvSpPr/>
                <p:nvPr/>
              </p:nvSpPr>
              <p:spPr>
                <a:xfrm>
                  <a:off x="64836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2" name="Rectangle 230"/>
                <p:cNvSpPr/>
                <p:nvPr/>
              </p:nvSpPr>
              <p:spPr>
                <a:xfrm>
                  <a:off x="686340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3" name="Rectangle 231"/>
                <p:cNvSpPr/>
                <p:nvPr/>
              </p:nvSpPr>
              <p:spPr>
                <a:xfrm>
                  <a:off x="7243920" y="280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4" name="Rectangle 232"/>
                <p:cNvSpPr/>
                <p:nvPr/>
              </p:nvSpPr>
              <p:spPr>
                <a:xfrm>
                  <a:off x="64836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5" name="Rectangle 233"/>
                <p:cNvSpPr/>
                <p:nvPr/>
              </p:nvSpPr>
              <p:spPr>
                <a:xfrm>
                  <a:off x="686340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6" name="Rectangle 234"/>
                <p:cNvSpPr/>
                <p:nvPr/>
              </p:nvSpPr>
              <p:spPr>
                <a:xfrm>
                  <a:off x="7243920" y="-756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7" name="Rectangle 235"/>
                <p:cNvSpPr/>
                <p:nvPr/>
              </p:nvSpPr>
              <p:spPr>
                <a:xfrm>
                  <a:off x="6482520" y="5684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8" name="Rectangle 236"/>
                <p:cNvSpPr/>
                <p:nvPr/>
              </p:nvSpPr>
              <p:spPr>
                <a:xfrm>
                  <a:off x="6862320" y="5684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19" name="Rectangle 237"/>
                <p:cNvSpPr/>
                <p:nvPr/>
              </p:nvSpPr>
              <p:spPr>
                <a:xfrm>
                  <a:off x="7242840" y="5684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20" name="Group 240"/>
            <p:cNvGrpSpPr/>
            <p:nvPr/>
          </p:nvGrpSpPr>
          <p:grpSpPr>
            <a:xfrm>
              <a:off x="5332320" y="-5760"/>
              <a:ext cx="1145880" cy="863640"/>
              <a:chOff x="5332320" y="-5760"/>
              <a:chExt cx="1145880" cy="863640"/>
            </a:xfrm>
          </p:grpSpPr>
          <p:sp>
            <p:nvSpPr>
              <p:cNvPr id="1921" name="Rectangle 289"/>
              <p:cNvSpPr/>
              <p:nvPr/>
            </p:nvSpPr>
            <p:spPr>
              <a:xfrm>
                <a:off x="5332680" y="-5760"/>
                <a:ext cx="1144080" cy="86364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922" name="Group 290"/>
              <p:cNvGrpSpPr/>
              <p:nvPr/>
            </p:nvGrpSpPr>
            <p:grpSpPr>
              <a:xfrm>
                <a:off x="5332320" y="-5760"/>
                <a:ext cx="1145880" cy="863640"/>
                <a:chOff x="5332320" y="-5760"/>
                <a:chExt cx="1145880" cy="863640"/>
              </a:xfrm>
            </p:grpSpPr>
            <p:sp>
              <p:nvSpPr>
                <p:cNvPr id="1923" name="Rectangle 291"/>
                <p:cNvSpPr/>
                <p:nvPr/>
              </p:nvSpPr>
              <p:spPr>
                <a:xfrm>
                  <a:off x="53323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4" name="Rectangle 292"/>
                <p:cNvSpPr/>
                <p:nvPr/>
              </p:nvSpPr>
              <p:spPr>
                <a:xfrm>
                  <a:off x="571212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5" name="Rectangle 293"/>
                <p:cNvSpPr/>
                <p:nvPr/>
              </p:nvSpPr>
              <p:spPr>
                <a:xfrm>
                  <a:off x="6092280" y="28224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6" name="Rectangle 294"/>
                <p:cNvSpPr/>
                <p:nvPr/>
              </p:nvSpPr>
              <p:spPr>
                <a:xfrm>
                  <a:off x="533664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7" name="Rectangle 295"/>
                <p:cNvSpPr/>
                <p:nvPr/>
              </p:nvSpPr>
              <p:spPr>
                <a:xfrm>
                  <a:off x="5716440" y="-576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8" name="Rectangle 296"/>
                <p:cNvSpPr/>
                <p:nvPr/>
              </p:nvSpPr>
              <p:spPr>
                <a:xfrm>
                  <a:off x="6096960" y="-576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29" name="Rectangle 297"/>
                <p:cNvSpPr/>
                <p:nvPr/>
              </p:nvSpPr>
              <p:spPr>
                <a:xfrm>
                  <a:off x="5335560" y="57024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0" name="Rectangle 298"/>
                <p:cNvSpPr/>
                <p:nvPr/>
              </p:nvSpPr>
              <p:spPr>
                <a:xfrm>
                  <a:off x="5715360" y="57024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1" name="Rectangle 299"/>
                <p:cNvSpPr/>
                <p:nvPr/>
              </p:nvSpPr>
              <p:spPr>
                <a:xfrm>
                  <a:off x="6095880" y="57024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32" name="Group 241"/>
            <p:cNvGrpSpPr/>
            <p:nvPr/>
          </p:nvGrpSpPr>
          <p:grpSpPr>
            <a:xfrm>
              <a:off x="4188240" y="-8280"/>
              <a:ext cx="1145520" cy="863640"/>
              <a:chOff x="4188240" y="-8280"/>
              <a:chExt cx="1145520" cy="863640"/>
            </a:xfrm>
          </p:grpSpPr>
          <p:sp>
            <p:nvSpPr>
              <p:cNvPr id="1933" name="Rectangle 278"/>
              <p:cNvSpPr/>
              <p:nvPr/>
            </p:nvSpPr>
            <p:spPr>
              <a:xfrm>
                <a:off x="4188240" y="-8280"/>
                <a:ext cx="1144080" cy="863640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934" name="Group 279"/>
              <p:cNvGrpSpPr/>
              <p:nvPr/>
            </p:nvGrpSpPr>
            <p:grpSpPr>
              <a:xfrm>
                <a:off x="4191120" y="-8280"/>
                <a:ext cx="1142640" cy="863640"/>
                <a:chOff x="4191120" y="-8280"/>
                <a:chExt cx="1142640" cy="863640"/>
              </a:xfrm>
            </p:grpSpPr>
            <p:sp>
              <p:nvSpPr>
                <p:cNvPr id="1935" name="Rectangle 280"/>
                <p:cNvSpPr/>
                <p:nvPr/>
              </p:nvSpPr>
              <p:spPr>
                <a:xfrm>
                  <a:off x="4192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6" name="Rectangle 281"/>
                <p:cNvSpPr/>
                <p:nvPr/>
              </p:nvSpPr>
              <p:spPr>
                <a:xfrm>
                  <a:off x="45720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7" name="Rectangle 282"/>
                <p:cNvSpPr/>
                <p:nvPr/>
              </p:nvSpPr>
              <p:spPr>
                <a:xfrm>
                  <a:off x="495252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8" name="Rectangle 283"/>
                <p:cNvSpPr/>
                <p:nvPr/>
              </p:nvSpPr>
              <p:spPr>
                <a:xfrm>
                  <a:off x="419220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39" name="Rectangle 284"/>
                <p:cNvSpPr/>
                <p:nvPr/>
              </p:nvSpPr>
              <p:spPr>
                <a:xfrm>
                  <a:off x="45720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0" name="Rectangle 285"/>
                <p:cNvSpPr/>
                <p:nvPr/>
              </p:nvSpPr>
              <p:spPr>
                <a:xfrm>
                  <a:off x="4952520" y="-828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1" name="Rectangle 286"/>
                <p:cNvSpPr/>
                <p:nvPr/>
              </p:nvSpPr>
              <p:spPr>
                <a:xfrm>
                  <a:off x="41911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2" name="Rectangle 287"/>
                <p:cNvSpPr/>
                <p:nvPr/>
              </p:nvSpPr>
              <p:spPr>
                <a:xfrm>
                  <a:off x="457092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3" name="Rectangle 288"/>
                <p:cNvSpPr/>
                <p:nvPr/>
              </p:nvSpPr>
              <p:spPr>
                <a:xfrm>
                  <a:off x="4951440" y="567720"/>
                  <a:ext cx="381240" cy="287640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44" name="Group 242"/>
            <p:cNvGrpSpPr/>
            <p:nvPr/>
          </p:nvGrpSpPr>
          <p:grpSpPr>
            <a:xfrm>
              <a:off x="3042720" y="-5760"/>
              <a:ext cx="1148760" cy="863640"/>
              <a:chOff x="3042720" y="-5760"/>
              <a:chExt cx="1148760" cy="863640"/>
            </a:xfrm>
          </p:grpSpPr>
          <p:sp>
            <p:nvSpPr>
              <p:cNvPr id="1945" name="Rectangle 267"/>
              <p:cNvSpPr/>
              <p:nvPr/>
            </p:nvSpPr>
            <p:spPr>
              <a:xfrm>
                <a:off x="3042720" y="-5760"/>
                <a:ext cx="1144080" cy="863640"/>
              </a:xfrm>
              <a:prstGeom prst="rect">
                <a:avLst/>
              </a:pr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946" name="Group 268"/>
              <p:cNvGrpSpPr/>
              <p:nvPr/>
            </p:nvGrpSpPr>
            <p:grpSpPr>
              <a:xfrm>
                <a:off x="3045600" y="-5760"/>
                <a:ext cx="1145880" cy="863640"/>
                <a:chOff x="3045600" y="-5760"/>
                <a:chExt cx="1145880" cy="863640"/>
              </a:xfrm>
            </p:grpSpPr>
            <p:sp>
              <p:nvSpPr>
                <p:cNvPr id="1947" name="Rectangle 269"/>
                <p:cNvSpPr/>
                <p:nvPr/>
              </p:nvSpPr>
              <p:spPr>
                <a:xfrm>
                  <a:off x="304668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8" name="Rectangle 270"/>
                <p:cNvSpPr/>
                <p:nvPr/>
              </p:nvSpPr>
              <p:spPr>
                <a:xfrm>
                  <a:off x="3426120" y="28224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9" name="Rectangle 271"/>
                <p:cNvSpPr/>
                <p:nvPr/>
              </p:nvSpPr>
              <p:spPr>
                <a:xfrm>
                  <a:off x="3806640" y="282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0" name="Rectangle 272"/>
                <p:cNvSpPr/>
                <p:nvPr/>
              </p:nvSpPr>
              <p:spPr>
                <a:xfrm>
                  <a:off x="304668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1" name="Rectangle 273"/>
                <p:cNvSpPr/>
                <p:nvPr/>
              </p:nvSpPr>
              <p:spPr>
                <a:xfrm>
                  <a:off x="342612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2" name="Rectangle 274"/>
                <p:cNvSpPr/>
                <p:nvPr/>
              </p:nvSpPr>
              <p:spPr>
                <a:xfrm>
                  <a:off x="3806640" y="-5760"/>
                  <a:ext cx="381240" cy="28764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3" name="Rectangle 275"/>
                <p:cNvSpPr/>
                <p:nvPr/>
              </p:nvSpPr>
              <p:spPr>
                <a:xfrm>
                  <a:off x="304560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4" name="Rectangle 276"/>
                <p:cNvSpPr/>
                <p:nvPr/>
              </p:nvSpPr>
              <p:spPr>
                <a:xfrm>
                  <a:off x="34250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55" name="Rectangle 277"/>
                <p:cNvSpPr/>
                <p:nvPr/>
              </p:nvSpPr>
              <p:spPr>
                <a:xfrm>
                  <a:off x="3810240" y="570240"/>
                  <a:ext cx="381240" cy="287640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56" name="Group 243"/>
            <p:cNvGrpSpPr/>
            <p:nvPr/>
          </p:nvGrpSpPr>
          <p:grpSpPr>
            <a:xfrm>
              <a:off x="1900440" y="-8280"/>
              <a:ext cx="1145520" cy="863640"/>
              <a:chOff x="1900440" y="-8280"/>
              <a:chExt cx="1145520" cy="863640"/>
            </a:xfrm>
          </p:grpSpPr>
          <p:sp>
            <p:nvSpPr>
              <p:cNvPr id="1957" name="Rectangle 256"/>
              <p:cNvSpPr/>
              <p:nvPr/>
            </p:nvSpPr>
            <p:spPr>
              <a:xfrm>
                <a:off x="1900440" y="-8280"/>
                <a:ext cx="1144080" cy="863640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1958" name="Group 257"/>
              <p:cNvGrpSpPr/>
              <p:nvPr/>
            </p:nvGrpSpPr>
            <p:grpSpPr>
              <a:xfrm>
                <a:off x="1903320" y="-8280"/>
                <a:ext cx="1142640" cy="863640"/>
                <a:chOff x="1903320" y="-8280"/>
                <a:chExt cx="1142640" cy="863640"/>
              </a:xfrm>
            </p:grpSpPr>
            <p:sp>
              <p:nvSpPr>
                <p:cNvPr id="1959" name="Rectangle 258"/>
                <p:cNvSpPr/>
                <p:nvPr/>
              </p:nvSpPr>
              <p:spPr>
                <a:xfrm>
                  <a:off x="1904400" y="279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0" name="Rectangle 259"/>
                <p:cNvSpPr/>
                <p:nvPr/>
              </p:nvSpPr>
              <p:spPr>
                <a:xfrm>
                  <a:off x="2284200" y="279720"/>
                  <a:ext cx="381240" cy="287640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1" name="Rectangle 260"/>
                <p:cNvSpPr/>
                <p:nvPr/>
              </p:nvSpPr>
              <p:spPr>
                <a:xfrm>
                  <a:off x="2664720" y="279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2" name="Rectangle 261"/>
                <p:cNvSpPr/>
                <p:nvPr/>
              </p:nvSpPr>
              <p:spPr>
                <a:xfrm>
                  <a:off x="190440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3" name="Rectangle 262"/>
                <p:cNvSpPr/>
                <p:nvPr/>
              </p:nvSpPr>
              <p:spPr>
                <a:xfrm>
                  <a:off x="2284200" y="-8280"/>
                  <a:ext cx="381240" cy="28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4" name="Rectangle 263"/>
                <p:cNvSpPr/>
                <p:nvPr/>
              </p:nvSpPr>
              <p:spPr>
                <a:xfrm>
                  <a:off x="2664720" y="-828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5" name="Rectangle 264"/>
                <p:cNvSpPr/>
                <p:nvPr/>
              </p:nvSpPr>
              <p:spPr>
                <a:xfrm>
                  <a:off x="1903320" y="567720"/>
                  <a:ext cx="381240" cy="28764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6" name="Rectangle 265"/>
                <p:cNvSpPr/>
                <p:nvPr/>
              </p:nvSpPr>
              <p:spPr>
                <a:xfrm>
                  <a:off x="2283120" y="567720"/>
                  <a:ext cx="381240" cy="287640"/>
                </a:xfrm>
                <a:prstGeom prst="rect">
                  <a:avLst/>
                </a:prstGeom>
                <a:solidFill>
                  <a:schemeClr val="dk2">
                    <a:lumMod val="60000"/>
                    <a:lumOff val="40000"/>
                    <a:alpha val="4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67" name="Rectangle 266"/>
                <p:cNvSpPr/>
                <p:nvPr/>
              </p:nvSpPr>
              <p:spPr>
                <a:xfrm>
                  <a:off x="2663640" y="567720"/>
                  <a:ext cx="381240" cy="287640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t">
                  <a:noAutofit/>
                </a:bodyPr>
                <a:p>
                  <a:endParaRPr b="0" lang="it-IT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968" name="Group 3"/>
            <p:cNvGrpSpPr/>
            <p:nvPr/>
          </p:nvGrpSpPr>
          <p:grpSpPr>
            <a:xfrm>
              <a:off x="762840" y="-8280"/>
              <a:ext cx="1141560" cy="867240"/>
              <a:chOff x="762840" y="-8280"/>
              <a:chExt cx="1141560" cy="867240"/>
            </a:xfrm>
          </p:grpSpPr>
          <p:sp>
            <p:nvSpPr>
              <p:cNvPr id="1969" name="Rectangle 247"/>
              <p:cNvSpPr/>
              <p:nvPr/>
            </p:nvSpPr>
            <p:spPr>
              <a:xfrm>
                <a:off x="7628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0" name="Rectangle 248"/>
              <p:cNvSpPr/>
              <p:nvPr/>
            </p:nvSpPr>
            <p:spPr>
              <a:xfrm>
                <a:off x="114264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1" name="Rectangle 249"/>
              <p:cNvSpPr/>
              <p:nvPr/>
            </p:nvSpPr>
            <p:spPr>
              <a:xfrm>
                <a:off x="1523160" y="2797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16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2" name="Rectangle 250"/>
              <p:cNvSpPr/>
              <p:nvPr/>
            </p:nvSpPr>
            <p:spPr>
              <a:xfrm>
                <a:off x="7628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3" name="Rectangle 251"/>
              <p:cNvSpPr/>
              <p:nvPr/>
            </p:nvSpPr>
            <p:spPr>
              <a:xfrm>
                <a:off x="114264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4" name="Rectangle 252"/>
              <p:cNvSpPr/>
              <p:nvPr/>
            </p:nvSpPr>
            <p:spPr>
              <a:xfrm>
                <a:off x="1523160" y="-8280"/>
                <a:ext cx="381240" cy="2876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5" name="Rectangle 253"/>
              <p:cNvSpPr/>
              <p:nvPr/>
            </p:nvSpPr>
            <p:spPr>
              <a:xfrm>
                <a:off x="765720" y="571320"/>
                <a:ext cx="381240" cy="287640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6" name="Rectangle 254"/>
              <p:cNvSpPr/>
              <p:nvPr/>
            </p:nvSpPr>
            <p:spPr>
              <a:xfrm>
                <a:off x="1141560" y="567720"/>
                <a:ext cx="381240" cy="287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7" name="Rectangle 255"/>
              <p:cNvSpPr/>
              <p:nvPr/>
            </p:nvSpPr>
            <p:spPr>
              <a:xfrm>
                <a:off x="1522080" y="567720"/>
                <a:ext cx="381240" cy="287640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78" name="Group 351"/>
            <p:cNvGrpSpPr/>
            <p:nvPr/>
          </p:nvGrpSpPr>
          <p:grpSpPr>
            <a:xfrm>
              <a:off x="0" y="-5760"/>
              <a:ext cx="766080" cy="860760"/>
              <a:chOff x="0" y="-5760"/>
              <a:chExt cx="766080" cy="860760"/>
            </a:xfrm>
          </p:grpSpPr>
          <p:sp>
            <p:nvSpPr>
              <p:cNvPr id="1979" name="Rectangle 353"/>
              <p:cNvSpPr/>
              <p:nvPr/>
            </p:nvSpPr>
            <p:spPr>
              <a:xfrm>
                <a:off x="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0" name="Rectangle 354"/>
              <p:cNvSpPr/>
              <p:nvPr/>
            </p:nvSpPr>
            <p:spPr>
              <a:xfrm>
                <a:off x="380520" y="281520"/>
                <a:ext cx="381240" cy="28656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1" name="Rectangle 356"/>
              <p:cNvSpPr/>
              <p:nvPr/>
            </p:nvSpPr>
            <p:spPr>
              <a:xfrm>
                <a:off x="4680" y="-576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2" name="Rectangle 357"/>
              <p:cNvSpPr/>
              <p:nvPr/>
            </p:nvSpPr>
            <p:spPr>
              <a:xfrm>
                <a:off x="384840" y="-5760"/>
                <a:ext cx="381240" cy="28656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3" name="Rectangle 359"/>
              <p:cNvSpPr/>
              <p:nvPr/>
            </p:nvSpPr>
            <p:spPr>
              <a:xfrm>
                <a:off x="3600" y="568440"/>
                <a:ext cx="38124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4" name="Rectangle 360"/>
              <p:cNvSpPr/>
              <p:nvPr/>
            </p:nvSpPr>
            <p:spPr>
              <a:xfrm>
                <a:off x="383760" y="568440"/>
                <a:ext cx="381240" cy="286560"/>
              </a:xfrm>
              <a:prstGeom prst="rect">
                <a:avLst/>
              </a:prstGeom>
              <a:solidFill>
                <a:schemeClr val="dk2">
                  <a:lumMod val="75000"/>
                  <a:alpha val="2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it-IT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85" name="Rectangle 482"/>
          <p:cNvSpPr/>
          <p:nvPr/>
        </p:nvSpPr>
        <p:spPr>
          <a:xfrm>
            <a:off x="11049480" y="660060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6" name="Rectangle 487"/>
          <p:cNvSpPr/>
          <p:nvPr/>
        </p:nvSpPr>
        <p:spPr>
          <a:xfrm>
            <a:off x="11053440" y="659484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7" name="Rectangle 488"/>
          <p:cNvSpPr/>
          <p:nvPr/>
        </p:nvSpPr>
        <p:spPr>
          <a:xfrm>
            <a:off x="11432880" y="6600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8" name="Rectangle 489"/>
          <p:cNvSpPr/>
          <p:nvPr/>
        </p:nvSpPr>
        <p:spPr>
          <a:xfrm>
            <a:off x="11813400" y="660060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9" name="Rectangle 471"/>
          <p:cNvSpPr/>
          <p:nvPr/>
        </p:nvSpPr>
        <p:spPr>
          <a:xfrm>
            <a:off x="9905400" y="659808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0" name="Rectangle 476"/>
          <p:cNvSpPr/>
          <p:nvPr/>
        </p:nvSpPr>
        <p:spPr>
          <a:xfrm>
            <a:off x="99093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1" name="Rectangle 477"/>
          <p:cNvSpPr/>
          <p:nvPr/>
        </p:nvSpPr>
        <p:spPr>
          <a:xfrm>
            <a:off x="10289520" y="668160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2" name="Rectangle 478"/>
          <p:cNvSpPr/>
          <p:nvPr/>
        </p:nvSpPr>
        <p:spPr>
          <a:xfrm>
            <a:off x="10668960" y="659808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3" name="Rectangle 460"/>
          <p:cNvSpPr/>
          <p:nvPr/>
        </p:nvSpPr>
        <p:spPr>
          <a:xfrm>
            <a:off x="8760240" y="660060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4" name="Rectangle 465"/>
          <p:cNvSpPr/>
          <p:nvPr/>
        </p:nvSpPr>
        <p:spPr>
          <a:xfrm>
            <a:off x="8763840" y="659484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5" name="Rectangle 466"/>
          <p:cNvSpPr/>
          <p:nvPr/>
        </p:nvSpPr>
        <p:spPr>
          <a:xfrm>
            <a:off x="9150840" y="659484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6" name="Rectangle 467"/>
          <p:cNvSpPr/>
          <p:nvPr/>
        </p:nvSpPr>
        <p:spPr>
          <a:xfrm>
            <a:off x="9521280" y="659700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7" name="Rectangle 449"/>
          <p:cNvSpPr/>
          <p:nvPr/>
        </p:nvSpPr>
        <p:spPr>
          <a:xfrm>
            <a:off x="7618320" y="659808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8" name="Rectangle 454"/>
          <p:cNvSpPr/>
          <p:nvPr/>
        </p:nvSpPr>
        <p:spPr>
          <a:xfrm>
            <a:off x="762228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9" name="Rectangle 455"/>
          <p:cNvSpPr/>
          <p:nvPr/>
        </p:nvSpPr>
        <p:spPr>
          <a:xfrm>
            <a:off x="8001720" y="65980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0" name="Rectangle 456"/>
          <p:cNvSpPr/>
          <p:nvPr/>
        </p:nvSpPr>
        <p:spPr>
          <a:xfrm>
            <a:off x="8382240" y="65980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1" name="Rectangle 438"/>
          <p:cNvSpPr/>
          <p:nvPr/>
        </p:nvSpPr>
        <p:spPr>
          <a:xfrm>
            <a:off x="6477480" y="65980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2" name="Rectangle 443"/>
          <p:cNvSpPr/>
          <p:nvPr/>
        </p:nvSpPr>
        <p:spPr>
          <a:xfrm>
            <a:off x="648144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3" name="Rectangle 444"/>
          <p:cNvSpPr/>
          <p:nvPr/>
        </p:nvSpPr>
        <p:spPr>
          <a:xfrm>
            <a:off x="6860880" y="659808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4" name="Rectangle 445"/>
          <p:cNvSpPr/>
          <p:nvPr/>
        </p:nvSpPr>
        <p:spPr>
          <a:xfrm>
            <a:off x="7241040" y="659808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5" name="Rectangle 422"/>
          <p:cNvSpPr/>
          <p:nvPr/>
        </p:nvSpPr>
        <p:spPr>
          <a:xfrm>
            <a:off x="5330880" y="6599880"/>
            <a:ext cx="1143720" cy="2548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6" name="Rectangle 427"/>
          <p:cNvSpPr/>
          <p:nvPr/>
        </p:nvSpPr>
        <p:spPr>
          <a:xfrm>
            <a:off x="533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7" name="Rectangle 428"/>
          <p:cNvSpPr/>
          <p:nvPr/>
        </p:nvSpPr>
        <p:spPr>
          <a:xfrm>
            <a:off x="57142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8" name="Rectangle 429"/>
          <p:cNvSpPr/>
          <p:nvPr/>
        </p:nvSpPr>
        <p:spPr>
          <a:xfrm>
            <a:off x="609480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9" name="Rectangle 411"/>
          <p:cNvSpPr/>
          <p:nvPr/>
        </p:nvSpPr>
        <p:spPr>
          <a:xfrm>
            <a:off x="4186800" y="6597360"/>
            <a:ext cx="1143720" cy="2548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0" name="Rectangle 416"/>
          <p:cNvSpPr/>
          <p:nvPr/>
        </p:nvSpPr>
        <p:spPr>
          <a:xfrm>
            <a:off x="41907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1" name="Rectangle 417"/>
          <p:cNvSpPr/>
          <p:nvPr/>
        </p:nvSpPr>
        <p:spPr>
          <a:xfrm>
            <a:off x="457020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2" name="Rectangle 418"/>
          <p:cNvSpPr/>
          <p:nvPr/>
        </p:nvSpPr>
        <p:spPr>
          <a:xfrm>
            <a:off x="4950360" y="6597360"/>
            <a:ext cx="380880" cy="25704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3" name="Rectangle 400"/>
          <p:cNvSpPr/>
          <p:nvPr/>
        </p:nvSpPr>
        <p:spPr>
          <a:xfrm>
            <a:off x="3041640" y="6599880"/>
            <a:ext cx="1143720" cy="2548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4" name="Rectangle 405"/>
          <p:cNvSpPr/>
          <p:nvPr/>
        </p:nvSpPr>
        <p:spPr>
          <a:xfrm>
            <a:off x="3045240" y="6599880"/>
            <a:ext cx="380880" cy="25704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5" name="Rectangle 406"/>
          <p:cNvSpPr/>
          <p:nvPr/>
        </p:nvSpPr>
        <p:spPr>
          <a:xfrm>
            <a:off x="3425040" y="6599880"/>
            <a:ext cx="380880" cy="25704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6" name="Rectangle 407"/>
          <p:cNvSpPr/>
          <p:nvPr/>
        </p:nvSpPr>
        <p:spPr>
          <a:xfrm>
            <a:off x="3805200" y="6599880"/>
            <a:ext cx="380880" cy="25704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7" name="Rectangle 389"/>
          <p:cNvSpPr/>
          <p:nvPr/>
        </p:nvSpPr>
        <p:spPr>
          <a:xfrm>
            <a:off x="1899720" y="6597360"/>
            <a:ext cx="1143720" cy="2548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8" name="Rectangle 394"/>
          <p:cNvSpPr/>
          <p:nvPr/>
        </p:nvSpPr>
        <p:spPr>
          <a:xfrm>
            <a:off x="190368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Rectangle 395"/>
          <p:cNvSpPr/>
          <p:nvPr/>
        </p:nvSpPr>
        <p:spPr>
          <a:xfrm>
            <a:off x="2283120" y="659736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0" name="Rectangle 396"/>
          <p:cNvSpPr/>
          <p:nvPr/>
        </p:nvSpPr>
        <p:spPr>
          <a:xfrm>
            <a:off x="2663640" y="659736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1" name="Rectangle 378"/>
          <p:cNvSpPr/>
          <p:nvPr/>
        </p:nvSpPr>
        <p:spPr>
          <a:xfrm>
            <a:off x="758880" y="6597360"/>
            <a:ext cx="1143720" cy="2570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2" name="Rectangle 383"/>
          <p:cNvSpPr/>
          <p:nvPr/>
        </p:nvSpPr>
        <p:spPr>
          <a:xfrm>
            <a:off x="76284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4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3" name="Rectangle 384"/>
          <p:cNvSpPr/>
          <p:nvPr/>
        </p:nvSpPr>
        <p:spPr>
          <a:xfrm>
            <a:off x="1142280" y="6597360"/>
            <a:ext cx="380880" cy="25704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Rectangle 385"/>
          <p:cNvSpPr/>
          <p:nvPr/>
        </p:nvSpPr>
        <p:spPr>
          <a:xfrm>
            <a:off x="1522440" y="6597360"/>
            <a:ext cx="380880" cy="257040"/>
          </a:xfrm>
          <a:prstGeom prst="rect">
            <a:avLst/>
          </a:prstGeom>
          <a:solidFill>
            <a:schemeClr val="accent4">
              <a:lumMod val="20000"/>
              <a:lumOff val="80000"/>
              <a:alpha val="27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5" name="Rectangle 365"/>
          <p:cNvSpPr/>
          <p:nvPr/>
        </p:nvSpPr>
        <p:spPr>
          <a:xfrm>
            <a:off x="0" y="6599880"/>
            <a:ext cx="764640" cy="254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Rectangle 369"/>
          <p:cNvSpPr/>
          <p:nvPr/>
        </p:nvSpPr>
        <p:spPr>
          <a:xfrm>
            <a:off x="4680" y="6599880"/>
            <a:ext cx="380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7" name="Rectangle 370"/>
          <p:cNvSpPr/>
          <p:nvPr/>
        </p:nvSpPr>
        <p:spPr>
          <a:xfrm>
            <a:off x="384840" y="6599880"/>
            <a:ext cx="380880" cy="2570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8" name="PlaceHolder 1"/>
          <p:cNvSpPr>
            <a:spLocks noGrp="1"/>
          </p:cNvSpPr>
          <p:nvPr>
            <p:ph type="title"/>
          </p:nvPr>
        </p:nvSpPr>
        <p:spPr>
          <a:xfrm>
            <a:off x="2389680" y="4797000"/>
            <a:ext cx="7314840" cy="5756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PlaceHolder 2"/>
          <p:cNvSpPr>
            <a:spLocks noGrp="1"/>
          </p:cNvSpPr>
          <p:nvPr>
            <p:ph type="body"/>
          </p:nvPr>
        </p:nvSpPr>
        <p:spPr>
          <a:xfrm>
            <a:off x="2389680" y="1196640"/>
            <a:ext cx="7314840" cy="35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Click icon to add picture</a:t>
            </a:r>
            <a:endParaRPr b="0" lang="en-US" sz="3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PlaceHolder 3"/>
          <p:cNvSpPr>
            <a:spLocks noGrp="1"/>
          </p:cNvSpPr>
          <p:nvPr>
            <p:ph type="body"/>
          </p:nvPr>
        </p:nvSpPr>
        <p:spPr>
          <a:xfrm>
            <a:off x="2389680" y="5445360"/>
            <a:ext cx="7314840" cy="50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2">
                    <a:lumMod val="50000"/>
                  </a:schemeClr>
                </a:solidFill>
                <a:effectLst/>
                <a:uFillTx/>
                <a:latin typeface="Times New Roman"/>
                <a:ea typeface="Arial"/>
              </a:rPr>
              <a:t>Click to edit Master text styles</a:t>
            </a:r>
            <a:endParaRPr b="0" lang="en-US" sz="14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PlaceHolder 4"/>
          <p:cNvSpPr>
            <a:spLocks noGrp="1"/>
          </p:cNvSpPr>
          <p:nvPr>
            <p:ph type="dt" idx="31"/>
          </p:nvPr>
        </p:nvSpPr>
        <p:spPr>
          <a:xfrm>
            <a:off x="607320" y="610956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Arial"/>
              </a:rPr>
              <a:t>&lt;data/ora&gt;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PlaceHolder 5"/>
          <p:cNvSpPr>
            <a:spLocks noGrp="1"/>
          </p:cNvSpPr>
          <p:nvPr>
            <p:ph type="ftr" idx="32"/>
          </p:nvPr>
        </p:nvSpPr>
        <p:spPr>
          <a:xfrm>
            <a:off x="7758720" y="613296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PlaceHolder 6"/>
          <p:cNvSpPr>
            <a:spLocks noGrp="1"/>
          </p:cNvSpPr>
          <p:nvPr>
            <p:ph type="sldNum" idx="33"/>
          </p:nvPr>
        </p:nvSpPr>
        <p:spPr>
          <a:xfrm>
            <a:off x="5190480" y="6132960"/>
            <a:ext cx="952200" cy="364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0A5DFCA-5A7C-4A63-936B-BC09DFB2EAE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&lt;numero&gt;</a:t>
            </a:fld>
            <a:endParaRPr b="0" lang="it-IT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PlaceHolder 1"/>
          <p:cNvSpPr>
            <a:spLocks noGrp="1"/>
          </p:cNvSpPr>
          <p:nvPr>
            <p:ph type="title"/>
          </p:nvPr>
        </p:nvSpPr>
        <p:spPr>
          <a:xfrm>
            <a:off x="1512360" y="2237760"/>
            <a:ext cx="9143640" cy="112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4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Stage Informatica 2026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PlaceHolder 2"/>
          <p:cNvSpPr>
            <a:spLocks noGrp="1"/>
          </p:cNvSpPr>
          <p:nvPr>
            <p:ph type="subTitle"/>
          </p:nvPr>
        </p:nvSpPr>
        <p:spPr>
          <a:xfrm>
            <a:off x="2043360" y="3683520"/>
            <a:ext cx="808128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it-IT" sz="2800" strike="noStrike" u="none">
                <a:solidFill>
                  <a:schemeClr val="dk2">
                    <a:lumMod val="75000"/>
                  </a:schemeClr>
                </a:solidFill>
                <a:effectLst/>
                <a:uFillTx/>
                <a:latin typeface="Cambria"/>
                <a:ea typeface="Cambria"/>
              </a:rPr>
              <a:t>Tocchiamo con mano il Machine Learning e rendiamolo alla portata di tutti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PlaceHolder 1"/>
          <p:cNvSpPr>
            <a:spLocks noGrp="1"/>
          </p:cNvSpPr>
          <p:nvPr>
            <p:ph type="title"/>
          </p:nvPr>
        </p:nvSpPr>
        <p:spPr>
          <a:xfrm>
            <a:off x="609480" y="1108440"/>
            <a:ext cx="448632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Cosa è il Machine Learning?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PlaceHolder 2"/>
          <p:cNvSpPr>
            <a:spLocks noGrp="1"/>
          </p:cNvSpPr>
          <p:nvPr>
            <p:ph/>
          </p:nvPr>
        </p:nvSpPr>
        <p:spPr>
          <a:xfrm>
            <a:off x="609480" y="1738440"/>
            <a:ext cx="10972440" cy="96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Una branca dell’intelligenza artificiale basata su algoritmi in grado di “apprendere” grazie al consumo di una grande quantit</a:t>
            </a: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Asana"/>
                <a:ea typeface="Asana"/>
              </a:rPr>
              <a:t>à</a:t>
            </a: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di dati.</a:t>
            </a:r>
            <a:endParaRPr b="0" lang="en-US" sz="2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Title 1"/>
          <p:cNvSpPr/>
          <p:nvPr/>
        </p:nvSpPr>
        <p:spPr>
          <a:xfrm>
            <a:off x="609480" y="2872800"/>
            <a:ext cx="3589560" cy="55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Cosa è un Algoritmo?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5" name="Content Placeholder 2"/>
          <p:cNvSpPr/>
          <p:nvPr/>
        </p:nvSpPr>
        <p:spPr>
          <a:xfrm>
            <a:off x="609480" y="3429000"/>
            <a:ext cx="10972440" cy="4575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Una sequenza di operazioni che il computer esegue, come facciamo noi con una ricetta!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6" name="Ovale 30999003"/>
          <p:cNvSpPr/>
          <p:nvPr/>
        </p:nvSpPr>
        <p:spPr>
          <a:xfrm>
            <a:off x="359280" y="4420080"/>
            <a:ext cx="2564280" cy="718560"/>
          </a:xfrm>
          <a:prstGeom prst="ellipse">
            <a:avLst/>
          </a:prstGeom>
          <a:solidFill>
            <a:schemeClr val="lt1">
              <a:alpha val="53000"/>
            </a:schemeClr>
          </a:solidFill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Riempi una pendola d’acqua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7" name="Ovale 403171985"/>
          <p:cNvSpPr/>
          <p:nvPr/>
        </p:nvSpPr>
        <p:spPr>
          <a:xfrm>
            <a:off x="3531600" y="4420080"/>
            <a:ext cx="2564280" cy="718560"/>
          </a:xfrm>
          <a:prstGeom prst="ellipse">
            <a:avLst/>
          </a:prstGeom>
          <a:solidFill>
            <a:schemeClr val="lt1">
              <a:alpha val="53000"/>
            </a:schemeClr>
          </a:solidFill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Mettila sui fornelli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Ovale 1751772484"/>
          <p:cNvSpPr/>
          <p:nvPr/>
        </p:nvSpPr>
        <p:spPr>
          <a:xfrm>
            <a:off x="6494760" y="4420080"/>
            <a:ext cx="2564280" cy="718560"/>
          </a:xfrm>
          <a:prstGeom prst="ellipse">
            <a:avLst/>
          </a:prstGeom>
          <a:solidFill>
            <a:schemeClr val="lt1">
              <a:alpha val="53000"/>
            </a:schemeClr>
          </a:solidFill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Accendi il fuoco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9" name="Ovale 2134830240"/>
          <p:cNvSpPr/>
          <p:nvPr/>
        </p:nvSpPr>
        <p:spPr>
          <a:xfrm>
            <a:off x="9716400" y="4420080"/>
            <a:ext cx="1788840" cy="718560"/>
          </a:xfrm>
          <a:prstGeom prst="ellipse">
            <a:avLst/>
          </a:prstGeom>
          <a:solidFill>
            <a:schemeClr val="lt1">
              <a:alpha val="53000"/>
            </a:schemeClr>
          </a:solidFill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Arial"/>
              </a:rPr>
              <a:t>...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50" name="Connettore diritto 1355572666"/>
          <p:cNvCxnSpPr>
            <a:stCxn id="2046" idx="6"/>
            <a:endCxn id="2047" idx="2"/>
          </p:cNvCxnSpPr>
          <p:nvPr/>
        </p:nvCxnSpPr>
        <p:spPr>
          <a:xfrm>
            <a:off x="2923560" y="4779360"/>
            <a:ext cx="608400" cy="360"/>
          </a:xfrm>
          <a:prstGeom prst="straightConnector1">
            <a:avLst/>
          </a:prstGeom>
          <a:ln w="9360">
            <a:solidFill>
              <a:srgbClr val="0000b7"/>
            </a:solidFill>
            <a:round/>
            <a:tailEnd len="med" type="arrow" w="med"/>
          </a:ln>
        </p:spPr>
      </p:cxnSp>
      <p:cxnSp>
        <p:nvCxnSpPr>
          <p:cNvPr id="2051" name="Connettore diritto 343526006"/>
          <p:cNvCxnSpPr>
            <a:stCxn id="2047" idx="6"/>
            <a:endCxn id="2048" idx="2"/>
          </p:cNvCxnSpPr>
          <p:nvPr/>
        </p:nvCxnSpPr>
        <p:spPr>
          <a:xfrm>
            <a:off x="6095880" y="4779360"/>
            <a:ext cx="399240" cy="360"/>
          </a:xfrm>
          <a:prstGeom prst="straightConnector1">
            <a:avLst/>
          </a:prstGeom>
          <a:ln w="9360">
            <a:solidFill>
              <a:srgbClr val="0000b7"/>
            </a:solidFill>
            <a:round/>
            <a:tailEnd len="med" type="arrow" w="med"/>
          </a:ln>
        </p:spPr>
      </p:cxnSp>
      <p:cxnSp>
        <p:nvCxnSpPr>
          <p:cNvPr id="2052" name="Connettore diritto 2043989113"/>
          <p:cNvCxnSpPr>
            <a:stCxn id="2048" idx="6"/>
            <a:endCxn id="2049" idx="2"/>
          </p:cNvCxnSpPr>
          <p:nvPr/>
        </p:nvCxnSpPr>
        <p:spPr>
          <a:xfrm>
            <a:off x="9059040" y="4779360"/>
            <a:ext cx="657720" cy="360"/>
          </a:xfrm>
          <a:prstGeom prst="straightConnector1">
            <a:avLst/>
          </a:prstGeom>
          <a:ln w="9360">
            <a:solidFill>
              <a:srgbClr val="0000b7"/>
            </a:solidFill>
            <a:round/>
            <a:tailEnd len="med" type="arrow" w="med"/>
          </a:ln>
        </p:spPr>
      </p:cxnSp>
      <p:cxnSp>
        <p:nvCxnSpPr>
          <p:cNvPr id="2053" name="Connettore diritto 11882819"/>
          <p:cNvCxnSpPr/>
          <p:nvPr/>
        </p:nvCxnSpPr>
        <p:spPr>
          <a:xfrm>
            <a:off x="2923560" y="4779360"/>
            <a:ext cx="608040" cy="360"/>
          </a:xfrm>
          <a:prstGeom prst="straightConnector1">
            <a:avLst/>
          </a:prstGeom>
          <a:ln w="19080">
            <a:solidFill>
              <a:schemeClr val="dk1"/>
            </a:solidFill>
            <a:round/>
            <a:tailEnd len="med" type="arrow" w="med"/>
          </a:ln>
        </p:spPr>
      </p:cxnSp>
      <p:cxnSp>
        <p:nvCxnSpPr>
          <p:cNvPr id="2054" name="Connettore diritto 2059489235"/>
          <p:cNvCxnSpPr/>
          <p:nvPr/>
        </p:nvCxnSpPr>
        <p:spPr>
          <a:xfrm>
            <a:off x="6095880" y="4779360"/>
            <a:ext cx="398880" cy="360"/>
          </a:xfrm>
          <a:prstGeom prst="straightConnector1">
            <a:avLst/>
          </a:prstGeom>
          <a:ln w="19080">
            <a:solidFill>
              <a:schemeClr val="dk1"/>
            </a:solidFill>
            <a:round/>
            <a:tailEnd len="med" type="arrow" w="med"/>
          </a:ln>
        </p:spPr>
      </p:cxnSp>
      <p:cxnSp>
        <p:nvCxnSpPr>
          <p:cNvPr id="2055" name="Connettore diritto 199565379"/>
          <p:cNvCxnSpPr/>
          <p:nvPr/>
        </p:nvCxnSpPr>
        <p:spPr>
          <a:xfrm>
            <a:off x="9059040" y="4779360"/>
            <a:ext cx="657720" cy="360"/>
          </a:xfrm>
          <a:prstGeom prst="straightConnector1">
            <a:avLst/>
          </a:prstGeom>
          <a:ln w="19080">
            <a:solidFill>
              <a:schemeClr val="dk1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PlaceHolder 1"/>
          <p:cNvSpPr>
            <a:spLocks noGrp="1"/>
          </p:cNvSpPr>
          <p:nvPr>
            <p:ph type="title"/>
          </p:nvPr>
        </p:nvSpPr>
        <p:spPr>
          <a:xfrm>
            <a:off x="245520" y="1182240"/>
            <a:ext cx="496836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Quindi cosa fa il Machine Learning...?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PlaceHolder 2"/>
          <p:cNvSpPr>
            <a:spLocks noGrp="1"/>
          </p:cNvSpPr>
          <p:nvPr>
            <p:ph/>
          </p:nvPr>
        </p:nvSpPr>
        <p:spPr>
          <a:xfrm>
            <a:off x="245520" y="1738440"/>
            <a:ext cx="11164320" cy="8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Permette al computer di “adattarsi” per risolvere problemi specifici di cui non ha la soluzione a priori. </a:t>
            </a:r>
            <a:endParaRPr b="0" lang="en-US" sz="2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pic>
        <p:nvPicPr>
          <p:cNvPr id="2058" name="Immagine 1490961805" descr=""/>
          <p:cNvPicPr/>
          <p:nvPr/>
        </p:nvPicPr>
        <p:blipFill>
          <a:blip r:embed="rId1"/>
          <a:stretch/>
        </p:blipFill>
        <p:spPr>
          <a:xfrm>
            <a:off x="7018560" y="3239640"/>
            <a:ext cx="4556880" cy="199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9" name="CasellaDiTesto 997255335"/>
          <p:cNvSpPr/>
          <p:nvPr/>
        </p:nvSpPr>
        <p:spPr>
          <a:xfrm>
            <a:off x="245520" y="2633040"/>
            <a:ext cx="6115680" cy="33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Esempio: filtro anti-spam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Ogni volta che segni un’email come “spam” stai insegnando qualcosa al computer.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Con il tempo, il sistema osserva che le email che contengono spesso parole come “vinci” o “offerta imperdibile” sono da te considerate spam, l’algoritmo del sistema metterà quindi in automatico nella cartella spam le email che hanno queste parole ed altre caratteristiche che ha riconosciuto.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Il machine learning permette quindi al computer di imparare dagli esempi invece di seguire solo regole fisse scritte da un programmatore.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PlaceHolder 1"/>
          <p:cNvSpPr>
            <a:spLocks noGrp="1"/>
          </p:cNvSpPr>
          <p:nvPr>
            <p:ph type="title"/>
          </p:nvPr>
        </p:nvSpPr>
        <p:spPr>
          <a:xfrm>
            <a:off x="245520" y="1071360"/>
            <a:ext cx="496836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Vediamo in pratica! Algoritmo KNN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PlaceHolder 2"/>
          <p:cNvSpPr>
            <a:spLocks noGrp="1"/>
          </p:cNvSpPr>
          <p:nvPr>
            <p:ph/>
          </p:nvPr>
        </p:nvSpPr>
        <p:spPr>
          <a:xfrm>
            <a:off x="245520" y="1627560"/>
            <a:ext cx="11164320" cy="4762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Un'azienda di snack deve identificare velocemente del cibo che gli arriva, deve mettere in dei contenitori le banane ed in altri le mandorle. Deve farlo senza rovina il cibo e quindi non può usare dei filtri meccanici.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Che caratteristiche di banane e mandorle può usare per differenziale?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Provate a metterle in ordine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Arial"/>
              </a:rPr>
              <a:t> di importanza, scegliete le due più caratteristiche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Colore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Durezza (che forza da applicare prima che si rompano)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Volume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Dolcezza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Peso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Buccia (si/no)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f243e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Conduzione elettrica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PlaceHolder 1"/>
          <p:cNvSpPr>
            <a:spLocks noGrp="1"/>
          </p:cNvSpPr>
          <p:nvPr>
            <p:ph type="title"/>
          </p:nvPr>
        </p:nvSpPr>
        <p:spPr>
          <a:xfrm>
            <a:off x="245520" y="1071360"/>
            <a:ext cx="496836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Vediamo in pratica! Algoritmo KNN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PlaceHolder 2"/>
          <p:cNvSpPr>
            <a:spLocks noGrp="1"/>
          </p:cNvSpPr>
          <p:nvPr>
            <p:ph/>
          </p:nvPr>
        </p:nvSpPr>
        <p:spPr>
          <a:xfrm>
            <a:off x="245520" y="1627560"/>
            <a:ext cx="11164320" cy="4762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Un'azienda di snack deve identificare velocemente del cibo che gli arriva, deve mettere in dei contenitori le banane ed in altri le mandorle. Deve farlo senza rovina il cibo e quindi non può usare dei filtri meccanici.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Che caratteristiche di banane e mandorle può usare per differenziale?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Provate a metterle in ordine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Arial"/>
              </a:rPr>
              <a:t> di importanza, scegliete le due più caratteristiche…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PlaceHolder 1"/>
          <p:cNvSpPr>
            <a:spLocks noGrp="1"/>
          </p:cNvSpPr>
          <p:nvPr>
            <p:ph type="title"/>
          </p:nvPr>
        </p:nvSpPr>
        <p:spPr>
          <a:xfrm>
            <a:off x="245520" y="1071360"/>
            <a:ext cx="496836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Vediamo in pratica! Algoritmo KNN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PlaceHolder 2"/>
          <p:cNvSpPr>
            <a:spLocks noGrp="1"/>
          </p:cNvSpPr>
          <p:nvPr>
            <p:ph/>
          </p:nvPr>
        </p:nvSpPr>
        <p:spPr>
          <a:xfrm>
            <a:off x="245520" y="1627560"/>
            <a:ext cx="11164320" cy="794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Bene, avete fatto un processo di selezione e scelto le proprietà più caratteristiche. Ora possiamo usare l’algoritmo KNN (K-Nearest Neighbors, semplicificato):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pic>
        <p:nvPicPr>
          <p:cNvPr id="2066" name="Immagine 666845148" descr=""/>
          <p:cNvPicPr/>
          <p:nvPr/>
        </p:nvPicPr>
        <p:blipFill>
          <a:blip r:embed="rId1"/>
          <a:stretch/>
        </p:blipFill>
        <p:spPr>
          <a:xfrm>
            <a:off x="6279120" y="2607840"/>
            <a:ext cx="5846760" cy="321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7" name="CasellaDiTesto 1660244799"/>
          <p:cNvSpPr/>
          <p:nvPr/>
        </p:nvSpPr>
        <p:spPr>
          <a:xfrm>
            <a:off x="245520" y="2526480"/>
            <a:ext cx="5941080" cy="36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Apprendimento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Prendi tante banane e mandorle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Misura le due caratteristiche (in questo es. dolcezza e durezza)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1720" indent="-26172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Metti i valori misurati in un piano cartesiano bi-dimensionale (es. asse  x dolcezza, asse y durezza)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Utilizzo (Inferenza)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Arriva un nuovo cibo, non sappiamo cosa sia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Misura dolcezza e durezza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Calcola la distanza tra il nuovo cibo e quelli presenti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4040" indent="-284040" defTabSz="914400">
              <a:lnSpc>
                <a:spcPct val="100000"/>
              </a:lnSpc>
              <a:buClr>
                <a:srgbClr val="0f243e"/>
              </a:buClr>
              <a:buFont typeface="OpenSymbol"/>
              <a:buAutoNum type="arabicPeriod"/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Se il nuovo cibo 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sana"/>
                <a:ea typeface="Asana"/>
              </a:rPr>
              <a:t>è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piu vicino alle banane, lo smistiamo tra le banane, altrimenti tra le mandorle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PlaceHolder 1"/>
          <p:cNvSpPr>
            <a:spLocks noGrp="1"/>
          </p:cNvSpPr>
          <p:nvPr>
            <p:ph type="title"/>
          </p:nvPr>
        </p:nvSpPr>
        <p:spPr>
          <a:xfrm>
            <a:off x="245520" y="1071360"/>
            <a:ext cx="496836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K cosa?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PlaceHolder 2"/>
          <p:cNvSpPr>
            <a:spLocks noGrp="1"/>
          </p:cNvSpPr>
          <p:nvPr>
            <p:ph/>
          </p:nvPr>
        </p:nvSpPr>
        <p:spPr>
          <a:xfrm>
            <a:off x="245520" y="1627560"/>
            <a:ext cx="11164320" cy="1164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KNN, K-Nearest Neighbors: i K vicini più vicini.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Per capire se il nuovo cibo 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sana"/>
                <a:ea typeface="Asana"/>
              </a:rPr>
              <a:t>è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 più vicino alle banane o alle mandorle uso il numero K (es. 3, 1, 5):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Misuro la distanza tra il nuovo cibo e tutti gli altri, es:</a:t>
            </a:r>
            <a:endParaRPr b="0" lang="en-US" sz="20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pic>
        <p:nvPicPr>
          <p:cNvPr id="2070" name="Immagine 807282480" descr=""/>
          <p:cNvPicPr/>
          <p:nvPr/>
        </p:nvPicPr>
        <p:blipFill>
          <a:blip r:embed="rId1"/>
          <a:stretch/>
        </p:blipFill>
        <p:spPr>
          <a:xfrm>
            <a:off x="7755120" y="2558520"/>
            <a:ext cx="3654360" cy="267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1" name=""/>
          <p:cNvSpPr/>
          <p:nvPr/>
        </p:nvSpPr>
        <p:spPr>
          <a:xfrm>
            <a:off x="245520" y="5434920"/>
            <a:ext cx="1007604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Se, per esempio, K vale 4, prendo le 4 più vicine: 1cm(banana), 3cm(banana),5cm(mandorla), 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8cm(banana).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Tra le 4 piu vicine, 3 sono banane, quindi il nuovo cibo probabilmente sarà una banana!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72" name="Table 55183991"/>
          <p:cNvGraphicFramePr/>
          <p:nvPr/>
        </p:nvGraphicFramePr>
        <p:xfrm>
          <a:off x="311040" y="2697480"/>
          <a:ext cx="5883480" cy="2199600"/>
        </p:xfrm>
        <a:graphic>
          <a:graphicData uri="http://schemas.openxmlformats.org/drawingml/2006/table">
            <a:tbl>
              <a:tblPr/>
              <a:tblGrid>
                <a:gridCol w="2985480"/>
                <a:gridCol w="2898360"/>
              </a:tblGrid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Cibo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Distanza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Banana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3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Banana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13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Mandorla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5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Banana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Mandorla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15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Banana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8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Banana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10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</a:tr>
              <a:tr h="363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Mandorla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Arial"/>
                        </a:rPr>
                        <a:t>9 cm</a:t>
                      </a:r>
                      <a:endParaRPr b="0" lang="it-IT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PlaceHolder 1"/>
          <p:cNvSpPr>
            <a:spLocks noGrp="1"/>
          </p:cNvSpPr>
          <p:nvPr>
            <p:ph type="title"/>
          </p:nvPr>
        </p:nvSpPr>
        <p:spPr>
          <a:xfrm>
            <a:off x="245520" y="1071360"/>
            <a:ext cx="5351040" cy="55584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numCol="1" spcCol="0"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Se volessimo essere più precisi?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PlaceHolder 2"/>
          <p:cNvSpPr>
            <a:spLocks noGrp="1"/>
          </p:cNvSpPr>
          <p:nvPr>
            <p:ph/>
          </p:nvPr>
        </p:nvSpPr>
        <p:spPr>
          <a:xfrm>
            <a:off x="245520" y="1627560"/>
            <a:ext cx="11164320" cy="1368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Niente ci limita a due caratteristiche! Possiamo prenderne quante ne vogliamo!</a:t>
            </a:r>
            <a:endParaRPr b="0" lang="en-US" sz="2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2200" strike="noStrike" u="none">
                <a:solidFill>
                  <a:schemeClr val="dk1"/>
                </a:solidFill>
                <a:effectLst/>
                <a:uFillTx/>
                <a:latin typeface="Cambria"/>
                <a:ea typeface="Cambria"/>
              </a:rPr>
              <a:t>Non potremmo visualizzare un grafico a 5 dimensioni ma possiamo tranquillamente calcolare la distanza tra un punto a 5 dimensioni e un altro.</a:t>
            </a:r>
            <a:endParaRPr b="0" lang="en-US" sz="2200" strike="noStrike" u="none">
              <a:solidFill>
                <a:schemeClr val="dk2">
                  <a:lumMod val="50000"/>
                </a:schemeClr>
              </a:solidFill>
              <a:effectLst/>
              <a:uFillTx/>
              <a:latin typeface="Times New Roman"/>
            </a:endParaRPr>
          </a:p>
        </p:txBody>
      </p:sp>
      <p:pic>
        <p:nvPicPr>
          <p:cNvPr id="2075" name="Immagine 1754298502" descr=""/>
          <p:cNvPicPr/>
          <p:nvPr/>
        </p:nvPicPr>
        <p:blipFill>
          <a:blip r:embed="rId1"/>
          <a:stretch/>
        </p:blipFill>
        <p:spPr>
          <a:xfrm>
            <a:off x="1100520" y="2890440"/>
            <a:ext cx="3395520" cy="337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6" name="Title 1"/>
          <p:cNvSpPr/>
          <p:nvPr/>
        </p:nvSpPr>
        <p:spPr>
          <a:xfrm>
            <a:off x="6233040" y="2996280"/>
            <a:ext cx="5351040" cy="55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b="1" lang="en-US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Applicazioni pi</a:t>
            </a:r>
            <a:r>
              <a:rPr b="1" lang="it-IT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ù</a:t>
            </a:r>
            <a:r>
              <a:rPr b="1" lang="en-US" sz="26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mbria"/>
                <a:ea typeface="Cambria"/>
              </a:rPr>
              <a:t> rilevanti?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77" name="Tabella 2071495822"/>
          <p:cNvGraphicFramePr/>
          <p:nvPr/>
        </p:nvGraphicFramePr>
        <p:xfrm>
          <a:off x="5199120" y="3736440"/>
          <a:ext cx="6663960" cy="2079000"/>
        </p:xfrm>
        <a:graphic>
          <a:graphicData uri="http://schemas.openxmlformats.org/drawingml/2006/table">
            <a:tbl>
              <a:tblPr/>
              <a:tblGrid>
                <a:gridCol w="2250000"/>
                <a:gridCol w="4414320"/>
              </a:tblGrid>
              <a:tr h="6778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Filtri Spam</a:t>
                      </a:r>
                      <a:endParaRPr b="0" lang="it-IT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Classificare le e-mail in arrivo come spam o non spam, misurando la somiglianza con esempi già etichettati.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  <a:tr h="72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Diagnostica medica</a:t>
                      </a:r>
                      <a:endParaRPr b="0" lang="it-IT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Predire la tipologia di tumore confrontando le caratteristiche di un nuovo paziente con casi noti.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40000"/>
                      </a:schemeClr>
                    </a:solidFill>
                  </a:tcPr>
                </a:tc>
              </a:tr>
              <a:tr h="6778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2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Sistemi di raccomandazione</a:t>
                      </a:r>
                      <a:endParaRPr b="0" lang="it-IT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Suggerire prodotti simili a quelli già acquistati da utenti con gusti analoghi.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b050"/>
                      </a:solidFill>
                      <a:prstDash val="solid"/>
                    </a:lnL>
                    <a:lnR w="12240">
                      <a:solidFill>
                        <a:srgbClr val="00b050"/>
                      </a:solidFill>
                      <a:prstDash val="solid"/>
                    </a:lnR>
                    <a:lnT w="12240">
                      <a:solidFill>
                        <a:srgbClr val="00b050"/>
                      </a:solidFill>
                      <a:prstDash val="solid"/>
                    </a:lnT>
                    <a:lnB w="12240">
                      <a:solidFill>
                        <a:srgbClr val="00b050"/>
                      </a:solidFill>
                      <a:prstDash val="solid"/>
                    </a:lnB>
                    <a:solidFill>
                      <a:schemeClr val="accent3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PlaceHolder 1"/>
          <p:cNvSpPr>
            <a:spLocks noGrp="1"/>
          </p:cNvSpPr>
          <p:nvPr>
            <p:ph type="title"/>
          </p:nvPr>
        </p:nvSpPr>
        <p:spPr>
          <a:xfrm>
            <a:off x="1788840" y="1053360"/>
            <a:ext cx="8614080" cy="1388160"/>
          </a:xfrm>
          <a:prstGeom prst="rect">
            <a:avLst/>
          </a:prstGeom>
          <a:solidFill>
            <a:schemeClr val="lt1">
              <a:alpha val="84000"/>
            </a:schemeClr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it-IT" sz="32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rial"/>
                <a:ea typeface="Arial"/>
              </a:rPr>
              <a:t>Ora tocca a voi!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2079" name="Segnaposto contenuto 3" descr=""/>
          <p:cNvPicPr/>
          <p:nvPr/>
        </p:nvPicPr>
        <p:blipFill>
          <a:blip r:embed="rId1"/>
          <a:stretch/>
        </p:blipFill>
        <p:spPr>
          <a:xfrm>
            <a:off x="4293000" y="2441880"/>
            <a:ext cx="3605760" cy="343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Basic">
  <a:themeElements>
    <a:clrScheme name="Color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2026-02-01T18:25:24Z</dcterms:modified>
  <cp:revision>13</cp:revision>
  <dc:subject/>
  <dc:title>Stage Informatica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2</vt:r8>
  </property>
  <property fmtid="{D5CDD505-2E9C-101B-9397-08002B2CF9AE}" pid="3" name="Notes">
    <vt:r8>9</vt:r8>
  </property>
  <property fmtid="{D5CDD505-2E9C-101B-9397-08002B2CF9AE}" pid="4" name="PresentationFormat">
    <vt:lpwstr>On-screen Show (4:3)</vt:lpwstr>
  </property>
  <property fmtid="{D5CDD505-2E9C-101B-9397-08002B2CF9AE}" pid="5" name="Slides">
    <vt:r8>9</vt:r8>
  </property>
</Properties>
</file>
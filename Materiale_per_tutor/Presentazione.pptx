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6.xml" ContentType="application/vnd.openxmlformats-officedocument.theme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jpeg" ContentType="image/jpe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3" r:id="rId4"/>
    <p:sldMasterId id="2147483655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it-IT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spostare la diapositiva</a:t>
            </a:r>
            <a:endParaRPr b="0" lang="it-IT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delle note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&lt;intestazione&gt;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1" name="PlaceHolder 4"/>
          <p:cNvSpPr>
            <a:spLocks noGrp="1"/>
          </p:cNvSpPr>
          <p:nvPr>
            <p:ph type="dt" idx="1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2" name="PlaceHolder 5"/>
          <p:cNvSpPr>
            <a:spLocks noGrp="1"/>
          </p:cNvSpPr>
          <p:nvPr>
            <p:ph type="ftr" idx="1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3" name="PlaceHolder 6"/>
          <p:cNvSpPr>
            <a:spLocks noGrp="1"/>
          </p:cNvSpPr>
          <p:nvPr>
            <p:ph type="sldNum" idx="1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6D71C24-D838-45E8-BF26-AD424D62C3C9}" type="slidenum"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&lt;numero&gt;</a:t>
            </a:fld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542AF9-E29A-4EC6-B711-D162FABD2DC4}" type="slidenum">
              <a:rPr b="0" lang="it-IT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46D7B11-56F2-445D-907B-F03D2F9D6DED}" type="slidenum">
              <a:rPr b="0" lang="it-IT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946927-4C3C-4ACF-8C33-7568EF18B032}" type="slidenum">
              <a:rPr b="0" lang="it-IT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5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460CBD7-7A9B-4D95-8512-461515C267B1}" type="slidenum">
              <a:rPr b="0" lang="it-IT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8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4AFBAD2-846B-4A6A-8776-D39999D98BD8}" type="slidenum">
              <a:rPr b="0" lang="it-IT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1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CF2C48-8C86-4A71-8C55-F42E18442FCB}" type="slidenum">
              <a:rPr b="0" lang="it-IT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4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269D2A8-3C6D-401A-90EF-05A95DCA12E7}" type="slidenum">
              <a:rPr b="0" lang="it-IT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7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7AD4DC-33EA-42BF-873F-8FF5B7CFC11C}" type="slidenum">
              <a:rPr b="0" lang="it-IT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0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245" hidden="1"/>
          <p:cNvSpPr/>
          <p:nvPr/>
        </p:nvSpPr>
        <p:spPr>
          <a:xfrm>
            <a:off x="759240" y="-8280"/>
            <a:ext cx="1143720" cy="86328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" name="Rectangle 350" hidden="1"/>
          <p:cNvSpPr/>
          <p:nvPr/>
        </p:nvSpPr>
        <p:spPr>
          <a:xfrm>
            <a:off x="0" y="-5760"/>
            <a:ext cx="764640" cy="8632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2" name="Group 6"/>
          <p:cNvGrpSpPr/>
          <p:nvPr/>
        </p:nvGrpSpPr>
        <p:grpSpPr>
          <a:xfrm>
            <a:off x="0" y="-8280"/>
            <a:ext cx="12198600" cy="866880"/>
            <a:chOff x="0" y="-8280"/>
            <a:chExt cx="12198600" cy="866880"/>
          </a:xfrm>
        </p:grpSpPr>
        <p:grpSp>
          <p:nvGrpSpPr>
            <p:cNvPr id="3" name="Group 112"/>
            <p:cNvGrpSpPr/>
            <p:nvPr/>
          </p:nvGrpSpPr>
          <p:grpSpPr>
            <a:xfrm>
              <a:off x="11053080" y="-4680"/>
              <a:ext cx="1145520" cy="859680"/>
              <a:chOff x="11053080" y="-4680"/>
              <a:chExt cx="1145520" cy="859680"/>
            </a:xfrm>
          </p:grpSpPr>
          <p:sp>
            <p:nvSpPr>
              <p:cNvPr id="4" name="Rectangle 5"/>
              <p:cNvSpPr/>
              <p:nvPr/>
            </p:nvSpPr>
            <p:spPr>
              <a:xfrm>
                <a:off x="11053440" y="-4680"/>
                <a:ext cx="1143720" cy="85968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5" name="Group 4"/>
              <p:cNvGrpSpPr/>
              <p:nvPr/>
            </p:nvGrpSpPr>
            <p:grpSpPr>
              <a:xfrm>
                <a:off x="11053080" y="-4680"/>
                <a:ext cx="1145520" cy="859680"/>
                <a:chOff x="11053080" y="-4680"/>
                <a:chExt cx="1145520" cy="859680"/>
              </a:xfrm>
            </p:grpSpPr>
            <p:sp>
              <p:nvSpPr>
                <p:cNvPr id="6" name="Rectangle 157"/>
                <p:cNvSpPr/>
                <p:nvPr/>
              </p:nvSpPr>
              <p:spPr>
                <a:xfrm>
                  <a:off x="11053080" y="281880"/>
                  <a:ext cx="380880" cy="28620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" name="Rectangle 158"/>
                <p:cNvSpPr/>
                <p:nvPr/>
              </p:nvSpPr>
              <p:spPr>
                <a:xfrm>
                  <a:off x="11432520" y="281880"/>
                  <a:ext cx="380880" cy="28620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" name="Rectangle 159"/>
                <p:cNvSpPr/>
                <p:nvPr/>
              </p:nvSpPr>
              <p:spPr>
                <a:xfrm>
                  <a:off x="11813040" y="281880"/>
                  <a:ext cx="380880" cy="28620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" name="Rectangle 160"/>
                <p:cNvSpPr/>
                <p:nvPr/>
              </p:nvSpPr>
              <p:spPr>
                <a:xfrm>
                  <a:off x="11057400" y="-4680"/>
                  <a:ext cx="380880" cy="28620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0" name="Rectangle 161"/>
                <p:cNvSpPr/>
                <p:nvPr/>
              </p:nvSpPr>
              <p:spPr>
                <a:xfrm>
                  <a:off x="11437200" y="-4680"/>
                  <a:ext cx="380880" cy="2862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1" name="Rectangle 162"/>
                <p:cNvSpPr/>
                <p:nvPr/>
              </p:nvSpPr>
              <p:spPr>
                <a:xfrm>
                  <a:off x="11817720" y="-4680"/>
                  <a:ext cx="380880" cy="28620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2" name="Rectangle 163"/>
                <p:cNvSpPr/>
                <p:nvPr/>
              </p:nvSpPr>
              <p:spPr>
                <a:xfrm>
                  <a:off x="11056320" y="568800"/>
                  <a:ext cx="380880" cy="286200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3" name="Rectangle 164"/>
                <p:cNvSpPr/>
                <p:nvPr/>
              </p:nvSpPr>
              <p:spPr>
                <a:xfrm>
                  <a:off x="11436120" y="568800"/>
                  <a:ext cx="380880" cy="2862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4" name="Rectangle 165"/>
                <p:cNvSpPr/>
                <p:nvPr/>
              </p:nvSpPr>
              <p:spPr>
                <a:xfrm>
                  <a:off x="11816640" y="568800"/>
                  <a:ext cx="380880" cy="286200"/>
                </a:xfrm>
                <a:prstGeom prst="rect">
                  <a:avLst/>
                </a:prstGeom>
                <a:solidFill>
                  <a:schemeClr val="dk2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15" name="Group 190"/>
            <p:cNvGrpSpPr/>
            <p:nvPr/>
          </p:nvGrpSpPr>
          <p:grpSpPr>
            <a:xfrm>
              <a:off x="9909000" y="-7560"/>
              <a:ext cx="1144800" cy="863280"/>
              <a:chOff x="9909000" y="-7560"/>
              <a:chExt cx="1144800" cy="863280"/>
            </a:xfrm>
          </p:grpSpPr>
          <p:sp>
            <p:nvSpPr>
              <p:cNvPr id="16" name="Rectangle 191"/>
              <p:cNvSpPr/>
              <p:nvPr/>
            </p:nvSpPr>
            <p:spPr>
              <a:xfrm>
                <a:off x="9909000" y="-7560"/>
                <a:ext cx="1143720" cy="86328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17" name="Group 192"/>
              <p:cNvGrpSpPr/>
              <p:nvPr/>
            </p:nvGrpSpPr>
            <p:grpSpPr>
              <a:xfrm>
                <a:off x="9911880" y="-7560"/>
                <a:ext cx="1141920" cy="863280"/>
                <a:chOff x="9911880" y="-7560"/>
                <a:chExt cx="1141920" cy="863280"/>
              </a:xfrm>
            </p:grpSpPr>
            <p:sp>
              <p:nvSpPr>
                <p:cNvPr id="18" name="Rectangle 193"/>
                <p:cNvSpPr/>
                <p:nvPr/>
              </p:nvSpPr>
              <p:spPr>
                <a:xfrm>
                  <a:off x="9912960" y="2804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9" name="Rectangle 194"/>
                <p:cNvSpPr/>
                <p:nvPr/>
              </p:nvSpPr>
              <p:spPr>
                <a:xfrm>
                  <a:off x="10292400" y="2804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0" name="Rectangle 195"/>
                <p:cNvSpPr/>
                <p:nvPr/>
              </p:nvSpPr>
              <p:spPr>
                <a:xfrm>
                  <a:off x="10672920" y="2804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1" name="Rectangle 196"/>
                <p:cNvSpPr/>
                <p:nvPr/>
              </p:nvSpPr>
              <p:spPr>
                <a:xfrm>
                  <a:off x="9912960" y="-756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2" name="Rectangle 197"/>
                <p:cNvSpPr/>
                <p:nvPr/>
              </p:nvSpPr>
              <p:spPr>
                <a:xfrm>
                  <a:off x="10292400" y="-756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3" name="Rectangle 198"/>
                <p:cNvSpPr/>
                <p:nvPr/>
              </p:nvSpPr>
              <p:spPr>
                <a:xfrm>
                  <a:off x="10672920" y="-756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4" name="Rectangle 199"/>
                <p:cNvSpPr/>
                <p:nvPr/>
              </p:nvSpPr>
              <p:spPr>
                <a:xfrm>
                  <a:off x="9911880" y="56844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5" name="Rectangle 200"/>
                <p:cNvSpPr/>
                <p:nvPr/>
              </p:nvSpPr>
              <p:spPr>
                <a:xfrm>
                  <a:off x="10291680" y="56844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6" name="Rectangle 201"/>
                <p:cNvSpPr/>
                <p:nvPr/>
              </p:nvSpPr>
              <p:spPr>
                <a:xfrm>
                  <a:off x="10671840" y="56844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27" name="Group 202"/>
            <p:cNvGrpSpPr/>
            <p:nvPr/>
          </p:nvGrpSpPr>
          <p:grpSpPr>
            <a:xfrm>
              <a:off x="8763480" y="-4680"/>
              <a:ext cx="1148400" cy="863280"/>
              <a:chOff x="8763480" y="-4680"/>
              <a:chExt cx="1148400" cy="863280"/>
            </a:xfrm>
          </p:grpSpPr>
          <p:sp>
            <p:nvSpPr>
              <p:cNvPr id="28" name="Rectangle 203"/>
              <p:cNvSpPr/>
              <p:nvPr/>
            </p:nvSpPr>
            <p:spPr>
              <a:xfrm>
                <a:off x="8763480" y="-4680"/>
                <a:ext cx="1143720" cy="86328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29" name="Group 204"/>
              <p:cNvGrpSpPr/>
              <p:nvPr/>
            </p:nvGrpSpPr>
            <p:grpSpPr>
              <a:xfrm>
                <a:off x="8766000" y="-4680"/>
                <a:ext cx="1145880" cy="863280"/>
                <a:chOff x="8766000" y="-4680"/>
                <a:chExt cx="1145880" cy="863280"/>
              </a:xfrm>
            </p:grpSpPr>
            <p:sp>
              <p:nvSpPr>
                <p:cNvPr id="30" name="Rectangle 205"/>
                <p:cNvSpPr/>
                <p:nvPr/>
              </p:nvSpPr>
              <p:spPr>
                <a:xfrm>
                  <a:off x="8767080" y="283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1" name="Rectangle 206"/>
                <p:cNvSpPr/>
                <p:nvPr/>
              </p:nvSpPr>
              <p:spPr>
                <a:xfrm>
                  <a:off x="9146880" y="28332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2" name="Rectangle 207"/>
                <p:cNvSpPr/>
                <p:nvPr/>
              </p:nvSpPr>
              <p:spPr>
                <a:xfrm>
                  <a:off x="9527400" y="283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3" name="Rectangle 208"/>
                <p:cNvSpPr/>
                <p:nvPr/>
              </p:nvSpPr>
              <p:spPr>
                <a:xfrm>
                  <a:off x="8767080" y="-468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4" name="Rectangle 209"/>
                <p:cNvSpPr/>
                <p:nvPr/>
              </p:nvSpPr>
              <p:spPr>
                <a:xfrm>
                  <a:off x="9146880" y="-468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5" name="Rectangle 210"/>
                <p:cNvSpPr/>
                <p:nvPr/>
              </p:nvSpPr>
              <p:spPr>
                <a:xfrm>
                  <a:off x="9527400" y="-468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6" name="Rectangle 211"/>
                <p:cNvSpPr/>
                <p:nvPr/>
              </p:nvSpPr>
              <p:spPr>
                <a:xfrm>
                  <a:off x="8766000" y="571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7" name="Rectangle 212"/>
                <p:cNvSpPr/>
                <p:nvPr/>
              </p:nvSpPr>
              <p:spPr>
                <a:xfrm>
                  <a:off x="9145800" y="571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8" name="Rectangle 213"/>
                <p:cNvSpPr/>
                <p:nvPr/>
              </p:nvSpPr>
              <p:spPr>
                <a:xfrm>
                  <a:off x="9531000" y="571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39" name="Group 214"/>
            <p:cNvGrpSpPr/>
            <p:nvPr/>
          </p:nvGrpSpPr>
          <p:grpSpPr>
            <a:xfrm>
              <a:off x="7621200" y="-7560"/>
              <a:ext cx="1144800" cy="863280"/>
              <a:chOff x="7621200" y="-7560"/>
              <a:chExt cx="1144800" cy="863280"/>
            </a:xfrm>
          </p:grpSpPr>
          <p:sp>
            <p:nvSpPr>
              <p:cNvPr id="40" name="Rectangle 215"/>
              <p:cNvSpPr/>
              <p:nvPr/>
            </p:nvSpPr>
            <p:spPr>
              <a:xfrm>
                <a:off x="7621200" y="-7560"/>
                <a:ext cx="1143720" cy="86328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41" name="Group 216"/>
              <p:cNvGrpSpPr/>
              <p:nvPr/>
            </p:nvGrpSpPr>
            <p:grpSpPr>
              <a:xfrm>
                <a:off x="7624080" y="-7560"/>
                <a:ext cx="1141920" cy="863280"/>
                <a:chOff x="7624080" y="-7560"/>
                <a:chExt cx="1141920" cy="863280"/>
              </a:xfrm>
            </p:grpSpPr>
            <p:sp>
              <p:nvSpPr>
                <p:cNvPr id="42" name="Rectangle 217"/>
                <p:cNvSpPr/>
                <p:nvPr/>
              </p:nvSpPr>
              <p:spPr>
                <a:xfrm>
                  <a:off x="7625160" y="28044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3" name="Rectangle 218"/>
                <p:cNvSpPr/>
                <p:nvPr/>
              </p:nvSpPr>
              <p:spPr>
                <a:xfrm>
                  <a:off x="8004960" y="2804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4" name="Rectangle 219"/>
                <p:cNvSpPr/>
                <p:nvPr/>
              </p:nvSpPr>
              <p:spPr>
                <a:xfrm>
                  <a:off x="8385120" y="28044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5" name="Rectangle 220"/>
                <p:cNvSpPr/>
                <p:nvPr/>
              </p:nvSpPr>
              <p:spPr>
                <a:xfrm>
                  <a:off x="7625160" y="-756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6" name="Rectangle 221"/>
                <p:cNvSpPr/>
                <p:nvPr/>
              </p:nvSpPr>
              <p:spPr>
                <a:xfrm>
                  <a:off x="8004960" y="-756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7" name="Rectangle 222"/>
                <p:cNvSpPr/>
                <p:nvPr/>
              </p:nvSpPr>
              <p:spPr>
                <a:xfrm>
                  <a:off x="8385120" y="-756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8" name="Rectangle 223"/>
                <p:cNvSpPr/>
                <p:nvPr/>
              </p:nvSpPr>
              <p:spPr>
                <a:xfrm>
                  <a:off x="7624080" y="56844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9" name="Rectangle 224"/>
                <p:cNvSpPr/>
                <p:nvPr/>
              </p:nvSpPr>
              <p:spPr>
                <a:xfrm>
                  <a:off x="8003880" y="568440"/>
                  <a:ext cx="380880" cy="287280"/>
                </a:xfrm>
                <a:prstGeom prst="rect">
                  <a:avLst/>
                </a:prstGeom>
                <a:solidFill>
                  <a:schemeClr val="dk2">
                    <a:lumMod val="60000"/>
                    <a:lumOff val="40000"/>
                    <a:alpha val="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0" name="Rectangle 225"/>
                <p:cNvSpPr/>
                <p:nvPr/>
              </p:nvSpPr>
              <p:spPr>
                <a:xfrm>
                  <a:off x="8384400" y="56844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51" name="Group 226"/>
            <p:cNvGrpSpPr/>
            <p:nvPr/>
          </p:nvGrpSpPr>
          <p:grpSpPr>
            <a:xfrm>
              <a:off x="6479640" y="-7560"/>
              <a:ext cx="1145160" cy="863280"/>
              <a:chOff x="6479640" y="-7560"/>
              <a:chExt cx="1145160" cy="863280"/>
            </a:xfrm>
          </p:grpSpPr>
          <p:sp>
            <p:nvSpPr>
              <p:cNvPr id="52" name="Rectangle 227"/>
              <p:cNvSpPr/>
              <p:nvPr/>
            </p:nvSpPr>
            <p:spPr>
              <a:xfrm>
                <a:off x="6479640" y="-7560"/>
                <a:ext cx="1143720" cy="86328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53" name="Group 228"/>
              <p:cNvGrpSpPr/>
              <p:nvPr/>
            </p:nvGrpSpPr>
            <p:grpSpPr>
              <a:xfrm>
                <a:off x="6482520" y="-7560"/>
                <a:ext cx="1142280" cy="863280"/>
                <a:chOff x="6482520" y="-7560"/>
                <a:chExt cx="1142280" cy="863280"/>
              </a:xfrm>
            </p:grpSpPr>
            <p:sp>
              <p:nvSpPr>
                <p:cNvPr id="54" name="Rectangle 229"/>
                <p:cNvSpPr/>
                <p:nvPr/>
              </p:nvSpPr>
              <p:spPr>
                <a:xfrm>
                  <a:off x="6483600" y="2804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48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5" name="Rectangle 230"/>
                <p:cNvSpPr/>
                <p:nvPr/>
              </p:nvSpPr>
              <p:spPr>
                <a:xfrm>
                  <a:off x="6863400" y="2804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29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6" name="Rectangle 231"/>
                <p:cNvSpPr/>
                <p:nvPr/>
              </p:nvSpPr>
              <p:spPr>
                <a:xfrm>
                  <a:off x="7243920" y="2804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1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7" name="Rectangle 232"/>
                <p:cNvSpPr/>
                <p:nvPr/>
              </p:nvSpPr>
              <p:spPr>
                <a:xfrm>
                  <a:off x="6483600" y="-756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8" name="Rectangle 233"/>
                <p:cNvSpPr/>
                <p:nvPr/>
              </p:nvSpPr>
              <p:spPr>
                <a:xfrm>
                  <a:off x="6863400" y="-756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3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9" name="Rectangle 234"/>
                <p:cNvSpPr/>
                <p:nvPr/>
              </p:nvSpPr>
              <p:spPr>
                <a:xfrm>
                  <a:off x="7243920" y="-756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  <a:alpha val="27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0" name="Rectangle 235"/>
                <p:cNvSpPr/>
                <p:nvPr/>
              </p:nvSpPr>
              <p:spPr>
                <a:xfrm>
                  <a:off x="6482520" y="5684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6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1" name="Rectangle 236"/>
                <p:cNvSpPr/>
                <p:nvPr/>
              </p:nvSpPr>
              <p:spPr>
                <a:xfrm>
                  <a:off x="6862320" y="56844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2" name="Rectangle 237"/>
                <p:cNvSpPr/>
                <p:nvPr/>
              </p:nvSpPr>
              <p:spPr>
                <a:xfrm>
                  <a:off x="7242840" y="5684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7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63" name="Group 240"/>
            <p:cNvGrpSpPr/>
            <p:nvPr/>
          </p:nvGrpSpPr>
          <p:grpSpPr>
            <a:xfrm>
              <a:off x="5332320" y="-5760"/>
              <a:ext cx="1145520" cy="863280"/>
              <a:chOff x="5332320" y="-5760"/>
              <a:chExt cx="1145520" cy="863280"/>
            </a:xfrm>
          </p:grpSpPr>
          <p:sp>
            <p:nvSpPr>
              <p:cNvPr id="64" name="Rectangle 289"/>
              <p:cNvSpPr/>
              <p:nvPr/>
            </p:nvSpPr>
            <p:spPr>
              <a:xfrm>
                <a:off x="5332680" y="-5760"/>
                <a:ext cx="1143720" cy="86328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65" name="Group 290"/>
              <p:cNvGrpSpPr/>
              <p:nvPr/>
            </p:nvGrpSpPr>
            <p:grpSpPr>
              <a:xfrm>
                <a:off x="5332320" y="-5760"/>
                <a:ext cx="1145520" cy="863280"/>
                <a:chOff x="5332320" y="-5760"/>
                <a:chExt cx="1145520" cy="863280"/>
              </a:xfrm>
            </p:grpSpPr>
            <p:sp>
              <p:nvSpPr>
                <p:cNvPr id="66" name="Rectangle 291"/>
                <p:cNvSpPr/>
                <p:nvPr/>
              </p:nvSpPr>
              <p:spPr>
                <a:xfrm>
                  <a:off x="5332320" y="2822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7" name="Rectangle 292"/>
                <p:cNvSpPr/>
                <p:nvPr/>
              </p:nvSpPr>
              <p:spPr>
                <a:xfrm>
                  <a:off x="5712120" y="2822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8" name="Rectangle 293"/>
                <p:cNvSpPr/>
                <p:nvPr/>
              </p:nvSpPr>
              <p:spPr>
                <a:xfrm>
                  <a:off x="6092280" y="2822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9" name="Rectangle 294"/>
                <p:cNvSpPr/>
                <p:nvPr/>
              </p:nvSpPr>
              <p:spPr>
                <a:xfrm>
                  <a:off x="5336640" y="-576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0" name="Rectangle 295"/>
                <p:cNvSpPr/>
                <p:nvPr/>
              </p:nvSpPr>
              <p:spPr>
                <a:xfrm>
                  <a:off x="5716440" y="-576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1" name="Rectangle 296"/>
                <p:cNvSpPr/>
                <p:nvPr/>
              </p:nvSpPr>
              <p:spPr>
                <a:xfrm>
                  <a:off x="6096960" y="-576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2" name="Rectangle 297"/>
                <p:cNvSpPr/>
                <p:nvPr/>
              </p:nvSpPr>
              <p:spPr>
                <a:xfrm>
                  <a:off x="5335560" y="57024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3" name="Rectangle 298"/>
                <p:cNvSpPr/>
                <p:nvPr/>
              </p:nvSpPr>
              <p:spPr>
                <a:xfrm>
                  <a:off x="5715360" y="57024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4" name="Rectangle 299"/>
                <p:cNvSpPr/>
                <p:nvPr/>
              </p:nvSpPr>
              <p:spPr>
                <a:xfrm>
                  <a:off x="6095880" y="570240"/>
                  <a:ext cx="380880" cy="287280"/>
                </a:xfrm>
                <a:prstGeom prst="rect">
                  <a:avLst/>
                </a:prstGeom>
                <a:solidFill>
                  <a:schemeClr val="dk2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75" name="Group 241"/>
            <p:cNvGrpSpPr/>
            <p:nvPr/>
          </p:nvGrpSpPr>
          <p:grpSpPr>
            <a:xfrm>
              <a:off x="4188240" y="-8280"/>
              <a:ext cx="1145160" cy="863280"/>
              <a:chOff x="4188240" y="-8280"/>
              <a:chExt cx="1145160" cy="863280"/>
            </a:xfrm>
          </p:grpSpPr>
          <p:sp>
            <p:nvSpPr>
              <p:cNvPr id="76" name="Rectangle 278"/>
              <p:cNvSpPr/>
              <p:nvPr/>
            </p:nvSpPr>
            <p:spPr>
              <a:xfrm>
                <a:off x="4188240" y="-8280"/>
                <a:ext cx="1143720" cy="86328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77" name="Group 279"/>
              <p:cNvGrpSpPr/>
              <p:nvPr/>
            </p:nvGrpSpPr>
            <p:grpSpPr>
              <a:xfrm>
                <a:off x="4191120" y="-8280"/>
                <a:ext cx="1142280" cy="863280"/>
                <a:chOff x="4191120" y="-8280"/>
                <a:chExt cx="1142280" cy="863280"/>
              </a:xfrm>
            </p:grpSpPr>
            <p:sp>
              <p:nvSpPr>
                <p:cNvPr id="78" name="Rectangle 280"/>
                <p:cNvSpPr/>
                <p:nvPr/>
              </p:nvSpPr>
              <p:spPr>
                <a:xfrm>
                  <a:off x="4192200" y="27972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9" name="Rectangle 281"/>
                <p:cNvSpPr/>
                <p:nvPr/>
              </p:nvSpPr>
              <p:spPr>
                <a:xfrm>
                  <a:off x="4572000" y="27972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0" name="Rectangle 282"/>
                <p:cNvSpPr/>
                <p:nvPr/>
              </p:nvSpPr>
              <p:spPr>
                <a:xfrm>
                  <a:off x="4952520" y="27972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1" name="Rectangle 283"/>
                <p:cNvSpPr/>
                <p:nvPr/>
              </p:nvSpPr>
              <p:spPr>
                <a:xfrm>
                  <a:off x="4192200" y="-828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2" name="Rectangle 284"/>
                <p:cNvSpPr/>
                <p:nvPr/>
              </p:nvSpPr>
              <p:spPr>
                <a:xfrm>
                  <a:off x="4572000" y="-828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3" name="Rectangle 285"/>
                <p:cNvSpPr/>
                <p:nvPr/>
              </p:nvSpPr>
              <p:spPr>
                <a:xfrm>
                  <a:off x="4952520" y="-828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4" name="Rectangle 286"/>
                <p:cNvSpPr/>
                <p:nvPr/>
              </p:nvSpPr>
              <p:spPr>
                <a:xfrm>
                  <a:off x="4191120" y="56772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5" name="Rectangle 287"/>
                <p:cNvSpPr/>
                <p:nvPr/>
              </p:nvSpPr>
              <p:spPr>
                <a:xfrm>
                  <a:off x="4570920" y="56772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6" name="Rectangle 288"/>
                <p:cNvSpPr/>
                <p:nvPr/>
              </p:nvSpPr>
              <p:spPr>
                <a:xfrm>
                  <a:off x="4951440" y="56772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87" name="Group 242"/>
            <p:cNvGrpSpPr/>
            <p:nvPr/>
          </p:nvGrpSpPr>
          <p:grpSpPr>
            <a:xfrm>
              <a:off x="3042720" y="-5760"/>
              <a:ext cx="1148400" cy="863280"/>
              <a:chOff x="3042720" y="-5760"/>
              <a:chExt cx="1148400" cy="863280"/>
            </a:xfrm>
          </p:grpSpPr>
          <p:sp>
            <p:nvSpPr>
              <p:cNvPr id="88" name="Rectangle 267"/>
              <p:cNvSpPr/>
              <p:nvPr/>
            </p:nvSpPr>
            <p:spPr>
              <a:xfrm>
                <a:off x="3042720" y="-5760"/>
                <a:ext cx="1143720" cy="86328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89" name="Group 268"/>
              <p:cNvGrpSpPr/>
              <p:nvPr/>
            </p:nvGrpSpPr>
            <p:grpSpPr>
              <a:xfrm>
                <a:off x="3045600" y="-5760"/>
                <a:ext cx="1145520" cy="863280"/>
                <a:chOff x="3045600" y="-5760"/>
                <a:chExt cx="1145520" cy="863280"/>
              </a:xfrm>
            </p:grpSpPr>
            <p:sp>
              <p:nvSpPr>
                <p:cNvPr id="90" name="Rectangle 269"/>
                <p:cNvSpPr/>
                <p:nvPr/>
              </p:nvSpPr>
              <p:spPr>
                <a:xfrm>
                  <a:off x="3046680" y="282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1" name="Rectangle 270"/>
                <p:cNvSpPr/>
                <p:nvPr/>
              </p:nvSpPr>
              <p:spPr>
                <a:xfrm>
                  <a:off x="3426120" y="2822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2" name="Rectangle 271"/>
                <p:cNvSpPr/>
                <p:nvPr/>
              </p:nvSpPr>
              <p:spPr>
                <a:xfrm>
                  <a:off x="3806640" y="282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3" name="Rectangle 272"/>
                <p:cNvSpPr/>
                <p:nvPr/>
              </p:nvSpPr>
              <p:spPr>
                <a:xfrm>
                  <a:off x="3046680" y="-576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4" name="Rectangle 273"/>
                <p:cNvSpPr/>
                <p:nvPr/>
              </p:nvSpPr>
              <p:spPr>
                <a:xfrm>
                  <a:off x="3426120" y="-576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5" name="Rectangle 274"/>
                <p:cNvSpPr/>
                <p:nvPr/>
              </p:nvSpPr>
              <p:spPr>
                <a:xfrm>
                  <a:off x="3806640" y="-576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6" name="Rectangle 275"/>
                <p:cNvSpPr/>
                <p:nvPr/>
              </p:nvSpPr>
              <p:spPr>
                <a:xfrm>
                  <a:off x="3045600" y="570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7" name="Rectangle 276"/>
                <p:cNvSpPr/>
                <p:nvPr/>
              </p:nvSpPr>
              <p:spPr>
                <a:xfrm>
                  <a:off x="3425040" y="570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8" name="Rectangle 277"/>
                <p:cNvSpPr/>
                <p:nvPr/>
              </p:nvSpPr>
              <p:spPr>
                <a:xfrm>
                  <a:off x="3810240" y="570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99" name="Group 243"/>
            <p:cNvGrpSpPr/>
            <p:nvPr/>
          </p:nvGrpSpPr>
          <p:grpSpPr>
            <a:xfrm>
              <a:off x="1900440" y="-8280"/>
              <a:ext cx="1145160" cy="863280"/>
              <a:chOff x="1900440" y="-8280"/>
              <a:chExt cx="1145160" cy="863280"/>
            </a:xfrm>
          </p:grpSpPr>
          <p:sp>
            <p:nvSpPr>
              <p:cNvPr id="100" name="Rectangle 256"/>
              <p:cNvSpPr/>
              <p:nvPr/>
            </p:nvSpPr>
            <p:spPr>
              <a:xfrm>
                <a:off x="1900440" y="-8280"/>
                <a:ext cx="1143720" cy="86328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101" name="Group 257"/>
              <p:cNvGrpSpPr/>
              <p:nvPr/>
            </p:nvGrpSpPr>
            <p:grpSpPr>
              <a:xfrm>
                <a:off x="1903320" y="-8280"/>
                <a:ext cx="1142280" cy="863280"/>
                <a:chOff x="1903320" y="-8280"/>
                <a:chExt cx="1142280" cy="863280"/>
              </a:xfrm>
            </p:grpSpPr>
            <p:sp>
              <p:nvSpPr>
                <p:cNvPr id="102" name="Rectangle 258"/>
                <p:cNvSpPr/>
                <p:nvPr/>
              </p:nvSpPr>
              <p:spPr>
                <a:xfrm>
                  <a:off x="1904400" y="27972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03" name="Rectangle 259"/>
                <p:cNvSpPr/>
                <p:nvPr/>
              </p:nvSpPr>
              <p:spPr>
                <a:xfrm>
                  <a:off x="2284200" y="27972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04" name="Rectangle 260"/>
                <p:cNvSpPr/>
                <p:nvPr/>
              </p:nvSpPr>
              <p:spPr>
                <a:xfrm>
                  <a:off x="2664720" y="27972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05" name="Rectangle 261"/>
                <p:cNvSpPr/>
                <p:nvPr/>
              </p:nvSpPr>
              <p:spPr>
                <a:xfrm>
                  <a:off x="1904400" y="-828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06" name="Rectangle 262"/>
                <p:cNvSpPr/>
                <p:nvPr/>
              </p:nvSpPr>
              <p:spPr>
                <a:xfrm>
                  <a:off x="2284200" y="-828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07" name="Rectangle 263"/>
                <p:cNvSpPr/>
                <p:nvPr/>
              </p:nvSpPr>
              <p:spPr>
                <a:xfrm>
                  <a:off x="2664720" y="-828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08" name="Rectangle 264"/>
                <p:cNvSpPr/>
                <p:nvPr/>
              </p:nvSpPr>
              <p:spPr>
                <a:xfrm>
                  <a:off x="1903320" y="56772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09" name="Rectangle 265"/>
                <p:cNvSpPr/>
                <p:nvPr/>
              </p:nvSpPr>
              <p:spPr>
                <a:xfrm>
                  <a:off x="2283120" y="567720"/>
                  <a:ext cx="380880" cy="287280"/>
                </a:xfrm>
                <a:prstGeom prst="rect">
                  <a:avLst/>
                </a:prstGeom>
                <a:solidFill>
                  <a:schemeClr val="dk2">
                    <a:lumMod val="60000"/>
                    <a:lumOff val="40000"/>
                    <a:alpha val="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10" name="Rectangle 266"/>
                <p:cNvSpPr/>
                <p:nvPr/>
              </p:nvSpPr>
              <p:spPr>
                <a:xfrm>
                  <a:off x="2663640" y="56772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111" name="Group 3"/>
            <p:cNvGrpSpPr/>
            <p:nvPr/>
          </p:nvGrpSpPr>
          <p:grpSpPr>
            <a:xfrm>
              <a:off x="762840" y="-8280"/>
              <a:ext cx="1141200" cy="866880"/>
              <a:chOff x="762840" y="-8280"/>
              <a:chExt cx="1141200" cy="866880"/>
            </a:xfrm>
          </p:grpSpPr>
          <p:sp>
            <p:nvSpPr>
              <p:cNvPr id="112" name="Rectangle 247"/>
              <p:cNvSpPr/>
              <p:nvPr/>
            </p:nvSpPr>
            <p:spPr>
              <a:xfrm>
                <a:off x="762840" y="279720"/>
                <a:ext cx="380880" cy="28728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48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113" name="Rectangle 248"/>
              <p:cNvSpPr/>
              <p:nvPr/>
            </p:nvSpPr>
            <p:spPr>
              <a:xfrm>
                <a:off x="1142640" y="279720"/>
                <a:ext cx="380880" cy="28728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114" name="Rectangle 249"/>
              <p:cNvSpPr/>
              <p:nvPr/>
            </p:nvSpPr>
            <p:spPr>
              <a:xfrm>
                <a:off x="1523160" y="279720"/>
                <a:ext cx="380880" cy="287280"/>
              </a:xfrm>
              <a:prstGeom prst="rect">
                <a:avLst/>
              </a:prstGeom>
              <a:solidFill>
                <a:schemeClr val="accent2">
                  <a:lumMod val="75000"/>
                  <a:alpha val="16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115" name="Rectangle 250"/>
              <p:cNvSpPr/>
              <p:nvPr/>
            </p:nvSpPr>
            <p:spPr>
              <a:xfrm>
                <a:off x="762840" y="-8280"/>
                <a:ext cx="380880" cy="28728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  <a:alpha val="4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116" name="Rectangle 251"/>
              <p:cNvSpPr/>
              <p:nvPr/>
            </p:nvSpPr>
            <p:spPr>
              <a:xfrm>
                <a:off x="1142640" y="-8280"/>
                <a:ext cx="380880" cy="28728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  <a:alpha val="23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117" name="Rectangle 252"/>
              <p:cNvSpPr/>
              <p:nvPr/>
            </p:nvSpPr>
            <p:spPr>
              <a:xfrm>
                <a:off x="1523160" y="-8280"/>
                <a:ext cx="380880" cy="28728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7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118" name="Rectangle 253"/>
              <p:cNvSpPr/>
              <p:nvPr/>
            </p:nvSpPr>
            <p:spPr>
              <a:xfrm>
                <a:off x="765720" y="571320"/>
                <a:ext cx="380880" cy="287280"/>
              </a:xfrm>
              <a:prstGeom prst="rect">
                <a:avLst/>
              </a:prstGeom>
              <a:solidFill>
                <a:schemeClr val="accent2">
                  <a:lumMod val="75000"/>
                  <a:alpha val="6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119" name="Rectangle 254"/>
              <p:cNvSpPr/>
              <p:nvPr/>
            </p:nvSpPr>
            <p:spPr>
              <a:xfrm>
                <a:off x="1141560" y="567720"/>
                <a:ext cx="380880" cy="2872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120" name="Rectangle 255"/>
              <p:cNvSpPr/>
              <p:nvPr/>
            </p:nvSpPr>
            <p:spPr>
              <a:xfrm>
                <a:off x="1522080" y="567720"/>
                <a:ext cx="380880" cy="287280"/>
              </a:xfrm>
              <a:prstGeom prst="rect">
                <a:avLst/>
              </a:prstGeom>
              <a:solidFill>
                <a:schemeClr val="accent6">
                  <a:lumMod val="75000"/>
                  <a:alpha val="57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</p:grpSp>
        <p:grpSp>
          <p:nvGrpSpPr>
            <p:cNvPr id="121" name="Group 351"/>
            <p:cNvGrpSpPr/>
            <p:nvPr/>
          </p:nvGrpSpPr>
          <p:grpSpPr>
            <a:xfrm>
              <a:off x="0" y="-5760"/>
              <a:ext cx="765720" cy="860400"/>
              <a:chOff x="0" y="-5760"/>
              <a:chExt cx="765720" cy="860400"/>
            </a:xfrm>
          </p:grpSpPr>
          <p:sp>
            <p:nvSpPr>
              <p:cNvPr id="122" name="Rectangle 353"/>
              <p:cNvSpPr/>
              <p:nvPr/>
            </p:nvSpPr>
            <p:spPr>
              <a:xfrm>
                <a:off x="0" y="281520"/>
                <a:ext cx="380880" cy="286200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  <a:alpha val="6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123" name="Rectangle 354"/>
              <p:cNvSpPr/>
              <p:nvPr/>
            </p:nvSpPr>
            <p:spPr>
              <a:xfrm>
                <a:off x="380520" y="281520"/>
                <a:ext cx="380880" cy="28620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  <a:alpha val="4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124" name="Rectangle 356"/>
              <p:cNvSpPr/>
              <p:nvPr/>
            </p:nvSpPr>
            <p:spPr>
              <a:xfrm>
                <a:off x="4680" y="-5760"/>
                <a:ext cx="380880" cy="2862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125" name="Rectangle 357"/>
              <p:cNvSpPr/>
              <p:nvPr/>
            </p:nvSpPr>
            <p:spPr>
              <a:xfrm>
                <a:off x="384840" y="-5760"/>
                <a:ext cx="380880" cy="28620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  <a:alpha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126" name="Rectangle 359"/>
              <p:cNvSpPr/>
              <p:nvPr/>
            </p:nvSpPr>
            <p:spPr>
              <a:xfrm>
                <a:off x="3600" y="568440"/>
                <a:ext cx="380880" cy="2862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127" name="Rectangle 360"/>
              <p:cNvSpPr/>
              <p:nvPr/>
            </p:nvSpPr>
            <p:spPr>
              <a:xfrm>
                <a:off x="383760" y="568440"/>
                <a:ext cx="380880" cy="286200"/>
              </a:xfrm>
              <a:prstGeom prst="rect">
                <a:avLst/>
              </a:prstGeom>
              <a:solidFill>
                <a:schemeClr val="dk2">
                  <a:lumMod val="75000"/>
                  <a:alpha val="2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</p:grpSp>
      </p:grpSp>
      <p:sp>
        <p:nvSpPr>
          <p:cNvPr id="128" name="Rectangle 482" hidden="1"/>
          <p:cNvSpPr/>
          <p:nvPr/>
        </p:nvSpPr>
        <p:spPr>
          <a:xfrm>
            <a:off x="11049480" y="6600600"/>
            <a:ext cx="1143360" cy="2545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9" name="Rectangle 487" hidden="1"/>
          <p:cNvSpPr/>
          <p:nvPr/>
        </p:nvSpPr>
        <p:spPr>
          <a:xfrm>
            <a:off x="11053440" y="659484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22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0" name="Rectangle 488" hidden="1"/>
          <p:cNvSpPr/>
          <p:nvPr/>
        </p:nvSpPr>
        <p:spPr>
          <a:xfrm>
            <a:off x="11432880" y="660060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1" name="Rectangle 489" hidden="1"/>
          <p:cNvSpPr/>
          <p:nvPr/>
        </p:nvSpPr>
        <p:spPr>
          <a:xfrm>
            <a:off x="11813400" y="660060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2" name="Rectangle 471" hidden="1"/>
          <p:cNvSpPr/>
          <p:nvPr/>
        </p:nvSpPr>
        <p:spPr>
          <a:xfrm>
            <a:off x="9905400" y="6598080"/>
            <a:ext cx="1143360" cy="254520"/>
          </a:xfrm>
          <a:prstGeom prst="rect">
            <a:avLst/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3" name="Rectangle 476" hidden="1"/>
          <p:cNvSpPr/>
          <p:nvPr/>
        </p:nvSpPr>
        <p:spPr>
          <a:xfrm>
            <a:off x="9909360" y="6598080"/>
            <a:ext cx="380520" cy="256680"/>
          </a:xfrm>
          <a:prstGeom prst="rect">
            <a:avLst/>
          </a:prstGeom>
          <a:solidFill>
            <a:schemeClr val="accent3">
              <a:lumMod val="20000"/>
              <a:lumOff val="80000"/>
              <a:alpha val="22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4" name="Rectangle 477" hidden="1"/>
          <p:cNvSpPr/>
          <p:nvPr/>
        </p:nvSpPr>
        <p:spPr>
          <a:xfrm>
            <a:off x="10289520" y="668160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5" name="Rectangle 478" hidden="1"/>
          <p:cNvSpPr/>
          <p:nvPr/>
        </p:nvSpPr>
        <p:spPr>
          <a:xfrm>
            <a:off x="10668960" y="6598080"/>
            <a:ext cx="380520" cy="256680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6" name="Rectangle 460" hidden="1"/>
          <p:cNvSpPr/>
          <p:nvPr/>
        </p:nvSpPr>
        <p:spPr>
          <a:xfrm>
            <a:off x="8760240" y="6600600"/>
            <a:ext cx="1143360" cy="2545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7" name="Rectangle 465" hidden="1"/>
          <p:cNvSpPr/>
          <p:nvPr/>
        </p:nvSpPr>
        <p:spPr>
          <a:xfrm>
            <a:off x="8763840" y="6594840"/>
            <a:ext cx="380520" cy="256680"/>
          </a:xfrm>
          <a:prstGeom prst="rect">
            <a:avLst/>
          </a:prstGeom>
          <a:solidFill>
            <a:schemeClr val="accent2">
              <a:lumMod val="75000"/>
              <a:alpha val="46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8" name="Rectangle 466" hidden="1"/>
          <p:cNvSpPr/>
          <p:nvPr/>
        </p:nvSpPr>
        <p:spPr>
          <a:xfrm>
            <a:off x="9150840" y="6594840"/>
            <a:ext cx="380520" cy="256680"/>
          </a:xfrm>
          <a:prstGeom prst="rect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9" name="Rectangle 467" hidden="1"/>
          <p:cNvSpPr/>
          <p:nvPr/>
        </p:nvSpPr>
        <p:spPr>
          <a:xfrm>
            <a:off x="9521280" y="6597000"/>
            <a:ext cx="380520" cy="256680"/>
          </a:xfrm>
          <a:prstGeom prst="rect">
            <a:avLst/>
          </a:prstGeom>
          <a:solidFill>
            <a:schemeClr val="accent2">
              <a:lumMod val="40000"/>
              <a:lumOff val="60000"/>
              <a:alpha val="76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0" name="Rectangle 449" hidden="1"/>
          <p:cNvSpPr/>
          <p:nvPr/>
        </p:nvSpPr>
        <p:spPr>
          <a:xfrm>
            <a:off x="7618320" y="6598080"/>
            <a:ext cx="1143360" cy="2545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1" name="Rectangle 454" hidden="1"/>
          <p:cNvSpPr/>
          <p:nvPr/>
        </p:nvSpPr>
        <p:spPr>
          <a:xfrm>
            <a:off x="7622280" y="65980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3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2" name="Rectangle 455" hidden="1"/>
          <p:cNvSpPr/>
          <p:nvPr/>
        </p:nvSpPr>
        <p:spPr>
          <a:xfrm>
            <a:off x="8001720" y="659808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3" name="Rectangle 456" hidden="1"/>
          <p:cNvSpPr/>
          <p:nvPr/>
        </p:nvSpPr>
        <p:spPr>
          <a:xfrm>
            <a:off x="8382240" y="65980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4" name="Rectangle 438" hidden="1"/>
          <p:cNvSpPr/>
          <p:nvPr/>
        </p:nvSpPr>
        <p:spPr>
          <a:xfrm>
            <a:off x="6477480" y="6598080"/>
            <a:ext cx="1143360" cy="2545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5" name="Rectangle 443" hidden="1"/>
          <p:cNvSpPr/>
          <p:nvPr/>
        </p:nvSpPr>
        <p:spPr>
          <a:xfrm>
            <a:off x="6481440" y="6598080"/>
            <a:ext cx="380520" cy="256680"/>
          </a:xfrm>
          <a:prstGeom prst="rect">
            <a:avLst/>
          </a:prstGeom>
          <a:solidFill>
            <a:schemeClr val="accent4">
              <a:lumMod val="40000"/>
              <a:lumOff val="60000"/>
              <a:alpha val="4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6" name="Rectangle 444" hidden="1"/>
          <p:cNvSpPr/>
          <p:nvPr/>
        </p:nvSpPr>
        <p:spPr>
          <a:xfrm>
            <a:off x="6860880" y="6598080"/>
            <a:ext cx="380520" cy="256680"/>
          </a:xfrm>
          <a:prstGeom prst="rect">
            <a:avLst/>
          </a:prstGeom>
          <a:solidFill>
            <a:schemeClr val="accent4">
              <a:lumMod val="40000"/>
              <a:lumOff val="60000"/>
              <a:alpha val="23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7" name="Rectangle 445" hidden="1"/>
          <p:cNvSpPr/>
          <p:nvPr/>
        </p:nvSpPr>
        <p:spPr>
          <a:xfrm>
            <a:off x="7241040" y="6598080"/>
            <a:ext cx="380520" cy="256680"/>
          </a:xfrm>
          <a:prstGeom prst="rect">
            <a:avLst/>
          </a:prstGeom>
          <a:solidFill>
            <a:schemeClr val="accent4">
              <a:lumMod val="20000"/>
              <a:lumOff val="80000"/>
              <a:alpha val="27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8" name="Rectangle 422" hidden="1"/>
          <p:cNvSpPr/>
          <p:nvPr/>
        </p:nvSpPr>
        <p:spPr>
          <a:xfrm>
            <a:off x="5330880" y="6599880"/>
            <a:ext cx="1143360" cy="2545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9" name="Rectangle 427" hidden="1"/>
          <p:cNvSpPr/>
          <p:nvPr/>
        </p:nvSpPr>
        <p:spPr>
          <a:xfrm>
            <a:off x="5334840" y="65998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22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0" name="Rectangle 428" hidden="1"/>
          <p:cNvSpPr/>
          <p:nvPr/>
        </p:nvSpPr>
        <p:spPr>
          <a:xfrm>
            <a:off x="5714280" y="659988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1" name="Rectangle 429" hidden="1"/>
          <p:cNvSpPr/>
          <p:nvPr/>
        </p:nvSpPr>
        <p:spPr>
          <a:xfrm>
            <a:off x="6094800" y="65998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2" name="Rectangle 411" hidden="1"/>
          <p:cNvSpPr/>
          <p:nvPr/>
        </p:nvSpPr>
        <p:spPr>
          <a:xfrm>
            <a:off x="4186800" y="6597360"/>
            <a:ext cx="1143360" cy="254520"/>
          </a:xfrm>
          <a:prstGeom prst="rect">
            <a:avLst/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3" name="Rectangle 416" hidden="1"/>
          <p:cNvSpPr/>
          <p:nvPr/>
        </p:nvSpPr>
        <p:spPr>
          <a:xfrm>
            <a:off x="4190760" y="6597360"/>
            <a:ext cx="380520" cy="256680"/>
          </a:xfrm>
          <a:prstGeom prst="rect">
            <a:avLst/>
          </a:prstGeom>
          <a:solidFill>
            <a:schemeClr val="accent3">
              <a:lumMod val="20000"/>
              <a:lumOff val="80000"/>
              <a:alpha val="22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4" name="Rectangle 417" hidden="1"/>
          <p:cNvSpPr/>
          <p:nvPr/>
        </p:nvSpPr>
        <p:spPr>
          <a:xfrm>
            <a:off x="4570200" y="659736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5" name="Rectangle 418" hidden="1"/>
          <p:cNvSpPr/>
          <p:nvPr/>
        </p:nvSpPr>
        <p:spPr>
          <a:xfrm>
            <a:off x="4950360" y="6597360"/>
            <a:ext cx="380520" cy="256680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6" name="Rectangle 400" hidden="1"/>
          <p:cNvSpPr/>
          <p:nvPr/>
        </p:nvSpPr>
        <p:spPr>
          <a:xfrm>
            <a:off x="3041640" y="6599880"/>
            <a:ext cx="1143360" cy="2545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7" name="Rectangle 405" hidden="1"/>
          <p:cNvSpPr/>
          <p:nvPr/>
        </p:nvSpPr>
        <p:spPr>
          <a:xfrm>
            <a:off x="3045240" y="6599880"/>
            <a:ext cx="380520" cy="256680"/>
          </a:xfrm>
          <a:prstGeom prst="rect">
            <a:avLst/>
          </a:prstGeom>
          <a:solidFill>
            <a:schemeClr val="accent2">
              <a:lumMod val="75000"/>
              <a:alpha val="46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8" name="Rectangle 406" hidden="1"/>
          <p:cNvSpPr/>
          <p:nvPr/>
        </p:nvSpPr>
        <p:spPr>
          <a:xfrm>
            <a:off x="3425040" y="6599880"/>
            <a:ext cx="380520" cy="256680"/>
          </a:xfrm>
          <a:prstGeom prst="rect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9" name="Rectangle 407" hidden="1"/>
          <p:cNvSpPr/>
          <p:nvPr/>
        </p:nvSpPr>
        <p:spPr>
          <a:xfrm>
            <a:off x="3805200" y="6599880"/>
            <a:ext cx="380520" cy="256680"/>
          </a:xfrm>
          <a:prstGeom prst="rect">
            <a:avLst/>
          </a:prstGeom>
          <a:solidFill>
            <a:schemeClr val="accent2">
              <a:lumMod val="40000"/>
              <a:lumOff val="60000"/>
              <a:alpha val="76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0" name="Rectangle 389" hidden="1"/>
          <p:cNvSpPr/>
          <p:nvPr/>
        </p:nvSpPr>
        <p:spPr>
          <a:xfrm>
            <a:off x="1899720" y="6597360"/>
            <a:ext cx="1143360" cy="2545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1" name="Rectangle 394" hidden="1"/>
          <p:cNvSpPr/>
          <p:nvPr/>
        </p:nvSpPr>
        <p:spPr>
          <a:xfrm>
            <a:off x="1903680" y="659736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3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2" name="Rectangle 395" hidden="1"/>
          <p:cNvSpPr/>
          <p:nvPr/>
        </p:nvSpPr>
        <p:spPr>
          <a:xfrm>
            <a:off x="2283120" y="659736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3" name="Rectangle 396" hidden="1"/>
          <p:cNvSpPr/>
          <p:nvPr/>
        </p:nvSpPr>
        <p:spPr>
          <a:xfrm>
            <a:off x="2663640" y="659736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4" name="Rectangle 378" hidden="1"/>
          <p:cNvSpPr/>
          <p:nvPr/>
        </p:nvSpPr>
        <p:spPr>
          <a:xfrm>
            <a:off x="758880" y="6597360"/>
            <a:ext cx="1143360" cy="25668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5" name="Rectangle 383" hidden="1"/>
          <p:cNvSpPr/>
          <p:nvPr/>
        </p:nvSpPr>
        <p:spPr>
          <a:xfrm>
            <a:off x="762840" y="6597360"/>
            <a:ext cx="380520" cy="256680"/>
          </a:xfrm>
          <a:prstGeom prst="rect">
            <a:avLst/>
          </a:prstGeom>
          <a:solidFill>
            <a:schemeClr val="accent4">
              <a:lumMod val="40000"/>
              <a:lumOff val="60000"/>
              <a:alpha val="4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6" name="Rectangle 384" hidden="1"/>
          <p:cNvSpPr/>
          <p:nvPr/>
        </p:nvSpPr>
        <p:spPr>
          <a:xfrm>
            <a:off x="1142280" y="6597360"/>
            <a:ext cx="380520" cy="256680"/>
          </a:xfrm>
          <a:prstGeom prst="rect">
            <a:avLst/>
          </a:prstGeom>
          <a:solidFill>
            <a:schemeClr val="accent4">
              <a:lumMod val="40000"/>
              <a:lumOff val="60000"/>
              <a:alpha val="23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7" name="Rectangle 385" hidden="1"/>
          <p:cNvSpPr/>
          <p:nvPr/>
        </p:nvSpPr>
        <p:spPr>
          <a:xfrm>
            <a:off x="1522440" y="6597360"/>
            <a:ext cx="380520" cy="256680"/>
          </a:xfrm>
          <a:prstGeom prst="rect">
            <a:avLst/>
          </a:prstGeom>
          <a:solidFill>
            <a:schemeClr val="accent4">
              <a:lumMod val="20000"/>
              <a:lumOff val="80000"/>
              <a:alpha val="27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8" name="Rectangle 365" hidden="1"/>
          <p:cNvSpPr/>
          <p:nvPr/>
        </p:nvSpPr>
        <p:spPr>
          <a:xfrm>
            <a:off x="0" y="6599880"/>
            <a:ext cx="764280" cy="25416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9" name="Rectangle 369" hidden="1"/>
          <p:cNvSpPr/>
          <p:nvPr/>
        </p:nvSpPr>
        <p:spPr>
          <a:xfrm>
            <a:off x="4680" y="659988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0" name="Rectangle 370" hidden="1"/>
          <p:cNvSpPr/>
          <p:nvPr/>
        </p:nvSpPr>
        <p:spPr>
          <a:xfrm>
            <a:off x="384840" y="65998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171" name="Group 312"/>
          <p:cNvGrpSpPr/>
          <p:nvPr/>
        </p:nvGrpSpPr>
        <p:grpSpPr>
          <a:xfrm>
            <a:off x="-21960" y="-7560"/>
            <a:ext cx="12213000" cy="1742400"/>
            <a:chOff x="-21960" y="-7560"/>
            <a:chExt cx="12213000" cy="1742400"/>
          </a:xfrm>
        </p:grpSpPr>
        <p:grpSp>
          <p:nvGrpSpPr>
            <p:cNvPr id="172" name="Group 382"/>
            <p:cNvGrpSpPr/>
            <p:nvPr/>
          </p:nvGrpSpPr>
          <p:grpSpPr>
            <a:xfrm>
              <a:off x="9744120" y="-2160"/>
              <a:ext cx="2446920" cy="1737000"/>
              <a:chOff x="9744120" y="-2160"/>
              <a:chExt cx="2446920" cy="1737000"/>
            </a:xfrm>
          </p:grpSpPr>
          <p:sp>
            <p:nvSpPr>
              <p:cNvPr id="173" name="Rectangle 431"/>
              <p:cNvSpPr/>
              <p:nvPr/>
            </p:nvSpPr>
            <p:spPr>
              <a:xfrm>
                <a:off x="9745560" y="-2160"/>
                <a:ext cx="2443680" cy="173664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174" name="Group 432"/>
              <p:cNvGrpSpPr/>
              <p:nvPr/>
            </p:nvGrpSpPr>
            <p:grpSpPr>
              <a:xfrm>
                <a:off x="9744120" y="-2160"/>
                <a:ext cx="2446920" cy="1737000"/>
                <a:chOff x="9744120" y="-2160"/>
                <a:chExt cx="2446920" cy="1737000"/>
              </a:xfrm>
            </p:grpSpPr>
            <p:sp>
              <p:nvSpPr>
                <p:cNvPr id="175" name="Rectangle 433"/>
                <p:cNvSpPr/>
                <p:nvPr/>
              </p:nvSpPr>
              <p:spPr>
                <a:xfrm>
                  <a:off x="9744120" y="577080"/>
                  <a:ext cx="813960" cy="57852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76" name="Rectangle 434"/>
                <p:cNvSpPr/>
                <p:nvPr/>
              </p:nvSpPr>
              <p:spPr>
                <a:xfrm>
                  <a:off x="10555200" y="577080"/>
                  <a:ext cx="813960" cy="57852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77" name="Rectangle 435"/>
                <p:cNvSpPr/>
                <p:nvPr/>
              </p:nvSpPr>
              <p:spPr>
                <a:xfrm>
                  <a:off x="11367720" y="577080"/>
                  <a:ext cx="813960" cy="57852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78" name="Rectangle 436"/>
                <p:cNvSpPr/>
                <p:nvPr/>
              </p:nvSpPr>
              <p:spPr>
                <a:xfrm>
                  <a:off x="9753840" y="-2160"/>
                  <a:ext cx="813960" cy="57852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79" name="Rectangle 437"/>
                <p:cNvSpPr/>
                <p:nvPr/>
              </p:nvSpPr>
              <p:spPr>
                <a:xfrm>
                  <a:off x="10564560" y="-2160"/>
                  <a:ext cx="813960" cy="578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80" name="Rectangle 438"/>
                <p:cNvSpPr/>
                <p:nvPr/>
              </p:nvSpPr>
              <p:spPr>
                <a:xfrm>
                  <a:off x="11377080" y="-2160"/>
                  <a:ext cx="813960" cy="57852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81" name="Rectangle 439"/>
                <p:cNvSpPr/>
                <p:nvPr/>
              </p:nvSpPr>
              <p:spPr>
                <a:xfrm>
                  <a:off x="9751680" y="1156320"/>
                  <a:ext cx="813960" cy="578520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82" name="Rectangle 440"/>
                <p:cNvSpPr/>
                <p:nvPr/>
              </p:nvSpPr>
              <p:spPr>
                <a:xfrm>
                  <a:off x="10562400" y="1156320"/>
                  <a:ext cx="813960" cy="578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83" name="Rectangle 441"/>
                <p:cNvSpPr/>
                <p:nvPr/>
              </p:nvSpPr>
              <p:spPr>
                <a:xfrm>
                  <a:off x="11374920" y="1156320"/>
                  <a:ext cx="813960" cy="578520"/>
                </a:xfrm>
                <a:prstGeom prst="rect">
                  <a:avLst/>
                </a:prstGeom>
                <a:solidFill>
                  <a:schemeClr val="dk2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184" name="Group 383"/>
            <p:cNvGrpSpPr/>
            <p:nvPr/>
          </p:nvGrpSpPr>
          <p:grpSpPr>
            <a:xfrm>
              <a:off x="7301160" y="-7560"/>
              <a:ext cx="2445840" cy="1737000"/>
              <a:chOff x="7301160" y="-7560"/>
              <a:chExt cx="2445840" cy="1737000"/>
            </a:xfrm>
          </p:grpSpPr>
          <p:sp>
            <p:nvSpPr>
              <p:cNvPr id="185" name="Rectangle 420"/>
              <p:cNvSpPr/>
              <p:nvPr/>
            </p:nvSpPr>
            <p:spPr>
              <a:xfrm>
                <a:off x="7301160" y="-7560"/>
                <a:ext cx="2443680" cy="173664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186" name="Group 421"/>
              <p:cNvGrpSpPr/>
              <p:nvPr/>
            </p:nvGrpSpPr>
            <p:grpSpPr>
              <a:xfrm>
                <a:off x="7307280" y="-7560"/>
                <a:ext cx="2439720" cy="1737000"/>
                <a:chOff x="7307280" y="-7560"/>
                <a:chExt cx="2439720" cy="1737000"/>
              </a:xfrm>
            </p:grpSpPr>
            <p:sp>
              <p:nvSpPr>
                <p:cNvPr id="187" name="Rectangle 422"/>
                <p:cNvSpPr/>
                <p:nvPr/>
              </p:nvSpPr>
              <p:spPr>
                <a:xfrm>
                  <a:off x="7309440" y="571680"/>
                  <a:ext cx="813960" cy="57852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88" name="Rectangle 423"/>
                <p:cNvSpPr/>
                <p:nvPr/>
              </p:nvSpPr>
              <p:spPr>
                <a:xfrm>
                  <a:off x="8120520" y="571680"/>
                  <a:ext cx="813960" cy="57852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89" name="Rectangle 424"/>
                <p:cNvSpPr/>
                <p:nvPr/>
              </p:nvSpPr>
              <p:spPr>
                <a:xfrm>
                  <a:off x="8933040" y="571680"/>
                  <a:ext cx="813960" cy="57852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90" name="Rectangle 425"/>
                <p:cNvSpPr/>
                <p:nvPr/>
              </p:nvSpPr>
              <p:spPr>
                <a:xfrm>
                  <a:off x="7309440" y="-7560"/>
                  <a:ext cx="813960" cy="57852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91" name="Rectangle 426"/>
                <p:cNvSpPr/>
                <p:nvPr/>
              </p:nvSpPr>
              <p:spPr>
                <a:xfrm>
                  <a:off x="8120520" y="-7560"/>
                  <a:ext cx="813960" cy="578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92" name="Rectangle 427"/>
                <p:cNvSpPr/>
                <p:nvPr/>
              </p:nvSpPr>
              <p:spPr>
                <a:xfrm>
                  <a:off x="8933040" y="-7560"/>
                  <a:ext cx="813960" cy="57852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93" name="Rectangle 428"/>
                <p:cNvSpPr/>
                <p:nvPr/>
              </p:nvSpPr>
              <p:spPr>
                <a:xfrm>
                  <a:off x="7307280" y="1150920"/>
                  <a:ext cx="813960" cy="578520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94" name="Rectangle 429"/>
                <p:cNvSpPr/>
                <p:nvPr/>
              </p:nvSpPr>
              <p:spPr>
                <a:xfrm>
                  <a:off x="8118000" y="1150920"/>
                  <a:ext cx="813960" cy="578520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195" name="Rectangle 430"/>
                <p:cNvSpPr/>
                <p:nvPr/>
              </p:nvSpPr>
              <p:spPr>
                <a:xfrm>
                  <a:off x="8930520" y="1150920"/>
                  <a:ext cx="813960" cy="578520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196" name="Group 384"/>
            <p:cNvGrpSpPr/>
            <p:nvPr/>
          </p:nvGrpSpPr>
          <p:grpSpPr>
            <a:xfrm>
              <a:off x="4854600" y="-2160"/>
              <a:ext cx="2453040" cy="1737000"/>
              <a:chOff x="4854600" y="-2160"/>
              <a:chExt cx="2453040" cy="1737000"/>
            </a:xfrm>
          </p:grpSpPr>
          <p:sp>
            <p:nvSpPr>
              <p:cNvPr id="197" name="Rectangle 409"/>
              <p:cNvSpPr/>
              <p:nvPr/>
            </p:nvSpPr>
            <p:spPr>
              <a:xfrm>
                <a:off x="4854600" y="-2160"/>
                <a:ext cx="2443680" cy="173664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198" name="Group 410"/>
              <p:cNvGrpSpPr/>
              <p:nvPr/>
            </p:nvGrpSpPr>
            <p:grpSpPr>
              <a:xfrm>
                <a:off x="4860720" y="-2160"/>
                <a:ext cx="2446920" cy="1737000"/>
                <a:chOff x="4860720" y="-2160"/>
                <a:chExt cx="2446920" cy="1737000"/>
              </a:xfrm>
            </p:grpSpPr>
            <p:sp>
              <p:nvSpPr>
                <p:cNvPr id="199" name="Rectangle 411"/>
                <p:cNvSpPr/>
                <p:nvPr/>
              </p:nvSpPr>
              <p:spPr>
                <a:xfrm>
                  <a:off x="4862880" y="577080"/>
                  <a:ext cx="813960" cy="57852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00" name="Rectangle 412"/>
                <p:cNvSpPr/>
                <p:nvPr/>
              </p:nvSpPr>
              <p:spPr>
                <a:xfrm>
                  <a:off x="5673960" y="577080"/>
                  <a:ext cx="813960" cy="57852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01" name="Rectangle 413"/>
                <p:cNvSpPr/>
                <p:nvPr/>
              </p:nvSpPr>
              <p:spPr>
                <a:xfrm>
                  <a:off x="6486480" y="577080"/>
                  <a:ext cx="813960" cy="57852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02" name="Rectangle 414"/>
                <p:cNvSpPr/>
                <p:nvPr/>
              </p:nvSpPr>
              <p:spPr>
                <a:xfrm>
                  <a:off x="4862880" y="-2160"/>
                  <a:ext cx="813960" cy="57852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03" name="Rectangle 415"/>
                <p:cNvSpPr/>
                <p:nvPr/>
              </p:nvSpPr>
              <p:spPr>
                <a:xfrm>
                  <a:off x="5673960" y="-2160"/>
                  <a:ext cx="813960" cy="578520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04" name="Rectangle 416"/>
                <p:cNvSpPr/>
                <p:nvPr/>
              </p:nvSpPr>
              <p:spPr>
                <a:xfrm>
                  <a:off x="6486480" y="-2160"/>
                  <a:ext cx="813960" cy="578520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05" name="Rectangle 417"/>
                <p:cNvSpPr/>
                <p:nvPr/>
              </p:nvSpPr>
              <p:spPr>
                <a:xfrm>
                  <a:off x="4860720" y="1156320"/>
                  <a:ext cx="813960" cy="57852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06" name="Rectangle 418"/>
                <p:cNvSpPr/>
                <p:nvPr/>
              </p:nvSpPr>
              <p:spPr>
                <a:xfrm>
                  <a:off x="5671440" y="1156320"/>
                  <a:ext cx="813960" cy="57852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07" name="Rectangle 419"/>
                <p:cNvSpPr/>
                <p:nvPr/>
              </p:nvSpPr>
              <p:spPr>
                <a:xfrm>
                  <a:off x="6493680" y="1156320"/>
                  <a:ext cx="813960" cy="57852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208" name="Group 385"/>
            <p:cNvGrpSpPr/>
            <p:nvPr/>
          </p:nvGrpSpPr>
          <p:grpSpPr>
            <a:xfrm>
              <a:off x="2415600" y="-7560"/>
              <a:ext cx="2445840" cy="1737000"/>
              <a:chOff x="2415600" y="-7560"/>
              <a:chExt cx="2445840" cy="1737000"/>
            </a:xfrm>
          </p:grpSpPr>
          <p:sp>
            <p:nvSpPr>
              <p:cNvPr id="209" name="Rectangle 398"/>
              <p:cNvSpPr/>
              <p:nvPr/>
            </p:nvSpPr>
            <p:spPr>
              <a:xfrm>
                <a:off x="2415600" y="-7560"/>
                <a:ext cx="2443680" cy="173664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210" name="Group 399"/>
              <p:cNvGrpSpPr/>
              <p:nvPr/>
            </p:nvGrpSpPr>
            <p:grpSpPr>
              <a:xfrm>
                <a:off x="2421720" y="-7560"/>
                <a:ext cx="2439720" cy="1737000"/>
                <a:chOff x="2421720" y="-7560"/>
                <a:chExt cx="2439720" cy="1737000"/>
              </a:xfrm>
            </p:grpSpPr>
            <p:sp>
              <p:nvSpPr>
                <p:cNvPr id="211" name="Rectangle 400"/>
                <p:cNvSpPr/>
                <p:nvPr/>
              </p:nvSpPr>
              <p:spPr>
                <a:xfrm>
                  <a:off x="2423880" y="571680"/>
                  <a:ext cx="813960" cy="578520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12" name="Rectangle 401"/>
                <p:cNvSpPr/>
                <p:nvPr/>
              </p:nvSpPr>
              <p:spPr>
                <a:xfrm>
                  <a:off x="3234960" y="571680"/>
                  <a:ext cx="813960" cy="57852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13" name="Rectangle 402"/>
                <p:cNvSpPr/>
                <p:nvPr/>
              </p:nvSpPr>
              <p:spPr>
                <a:xfrm>
                  <a:off x="4047480" y="571680"/>
                  <a:ext cx="813960" cy="578520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14" name="Rectangle 403"/>
                <p:cNvSpPr/>
                <p:nvPr/>
              </p:nvSpPr>
              <p:spPr>
                <a:xfrm>
                  <a:off x="2423880" y="-7560"/>
                  <a:ext cx="813960" cy="57852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15" name="Rectangle 404"/>
                <p:cNvSpPr/>
                <p:nvPr/>
              </p:nvSpPr>
              <p:spPr>
                <a:xfrm>
                  <a:off x="3234960" y="-7560"/>
                  <a:ext cx="813960" cy="578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16" name="Rectangle 405"/>
                <p:cNvSpPr/>
                <p:nvPr/>
              </p:nvSpPr>
              <p:spPr>
                <a:xfrm>
                  <a:off x="4047480" y="-7560"/>
                  <a:ext cx="813960" cy="57852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17" name="Rectangle 406"/>
                <p:cNvSpPr/>
                <p:nvPr/>
              </p:nvSpPr>
              <p:spPr>
                <a:xfrm>
                  <a:off x="2421720" y="1150920"/>
                  <a:ext cx="813960" cy="57852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18" name="Rectangle 407"/>
                <p:cNvSpPr/>
                <p:nvPr/>
              </p:nvSpPr>
              <p:spPr>
                <a:xfrm>
                  <a:off x="3232440" y="1150920"/>
                  <a:ext cx="813960" cy="578520"/>
                </a:xfrm>
                <a:prstGeom prst="rect">
                  <a:avLst/>
                </a:prstGeom>
                <a:solidFill>
                  <a:schemeClr val="dk2">
                    <a:lumMod val="60000"/>
                    <a:lumOff val="40000"/>
                    <a:alpha val="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19" name="Rectangle 408"/>
                <p:cNvSpPr/>
                <p:nvPr/>
              </p:nvSpPr>
              <p:spPr>
                <a:xfrm>
                  <a:off x="4044960" y="1150920"/>
                  <a:ext cx="813960" cy="5785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220" name="Group 386"/>
            <p:cNvGrpSpPr/>
            <p:nvPr/>
          </p:nvGrpSpPr>
          <p:grpSpPr>
            <a:xfrm>
              <a:off x="-21960" y="-7560"/>
              <a:ext cx="2445840" cy="1737000"/>
              <a:chOff x="-21960" y="-7560"/>
              <a:chExt cx="2445840" cy="1737000"/>
            </a:xfrm>
          </p:grpSpPr>
          <p:sp>
            <p:nvSpPr>
              <p:cNvPr id="221" name="Rectangle 387"/>
              <p:cNvSpPr/>
              <p:nvPr/>
            </p:nvSpPr>
            <p:spPr>
              <a:xfrm>
                <a:off x="-21960" y="-7560"/>
                <a:ext cx="2443680" cy="173664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222" name="Group 388"/>
              <p:cNvGrpSpPr/>
              <p:nvPr/>
            </p:nvGrpSpPr>
            <p:grpSpPr>
              <a:xfrm>
                <a:off x="-15840" y="-7560"/>
                <a:ext cx="2439720" cy="1737000"/>
                <a:chOff x="-15840" y="-7560"/>
                <a:chExt cx="2439720" cy="1737000"/>
              </a:xfrm>
            </p:grpSpPr>
            <p:sp>
              <p:nvSpPr>
                <p:cNvPr id="223" name="Rectangle 389"/>
                <p:cNvSpPr/>
                <p:nvPr/>
              </p:nvSpPr>
              <p:spPr>
                <a:xfrm>
                  <a:off x="-13680" y="571680"/>
                  <a:ext cx="813960" cy="57852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48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24" name="Rectangle 390"/>
                <p:cNvSpPr/>
                <p:nvPr/>
              </p:nvSpPr>
              <p:spPr>
                <a:xfrm>
                  <a:off x="797400" y="571680"/>
                  <a:ext cx="813960" cy="57852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29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25" name="Rectangle 391"/>
                <p:cNvSpPr/>
                <p:nvPr/>
              </p:nvSpPr>
              <p:spPr>
                <a:xfrm>
                  <a:off x="1609920" y="571680"/>
                  <a:ext cx="813960" cy="57852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1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26" name="Rectangle 392"/>
                <p:cNvSpPr/>
                <p:nvPr/>
              </p:nvSpPr>
              <p:spPr>
                <a:xfrm>
                  <a:off x="-13680" y="-7560"/>
                  <a:ext cx="813960" cy="5785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27" name="Rectangle 393"/>
                <p:cNvSpPr/>
                <p:nvPr/>
              </p:nvSpPr>
              <p:spPr>
                <a:xfrm>
                  <a:off x="797400" y="-7560"/>
                  <a:ext cx="813960" cy="5785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3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28" name="Rectangle 394"/>
                <p:cNvSpPr/>
                <p:nvPr/>
              </p:nvSpPr>
              <p:spPr>
                <a:xfrm>
                  <a:off x="1609920" y="-7560"/>
                  <a:ext cx="813960" cy="578520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  <a:alpha val="27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29" name="Rectangle 395"/>
                <p:cNvSpPr/>
                <p:nvPr/>
              </p:nvSpPr>
              <p:spPr>
                <a:xfrm>
                  <a:off x="-15840" y="1150920"/>
                  <a:ext cx="813960" cy="57852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6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30" name="Rectangle 396"/>
                <p:cNvSpPr/>
                <p:nvPr/>
              </p:nvSpPr>
              <p:spPr>
                <a:xfrm>
                  <a:off x="794880" y="1150920"/>
                  <a:ext cx="813960" cy="578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31" name="Rectangle 397"/>
                <p:cNvSpPr/>
                <p:nvPr/>
              </p:nvSpPr>
              <p:spPr>
                <a:xfrm>
                  <a:off x="1607400" y="1150920"/>
                  <a:ext cx="813960" cy="57852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7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</p:grpSp>
      <p:grpSp>
        <p:nvGrpSpPr>
          <p:cNvPr id="232" name="Group 4"/>
          <p:cNvGrpSpPr/>
          <p:nvPr/>
        </p:nvGrpSpPr>
        <p:grpSpPr>
          <a:xfrm>
            <a:off x="0" y="6597360"/>
            <a:ext cx="12191040" cy="290160"/>
            <a:chOff x="0" y="6597360"/>
            <a:chExt cx="12191040" cy="290160"/>
          </a:xfrm>
        </p:grpSpPr>
        <p:sp>
          <p:nvSpPr>
            <p:cNvPr id="233" name="Rectangle 463"/>
            <p:cNvSpPr/>
            <p:nvPr/>
          </p:nvSpPr>
          <p:spPr>
            <a:xfrm>
              <a:off x="10036080" y="6599880"/>
              <a:ext cx="2153160" cy="284760"/>
            </a:xfrm>
            <a:prstGeom prst="rect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34" name="Rectangle 464"/>
            <p:cNvSpPr/>
            <p:nvPr/>
          </p:nvSpPr>
          <p:spPr>
            <a:xfrm>
              <a:off x="10043280" y="6599880"/>
              <a:ext cx="717120" cy="28728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2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35" name="Rectangle 465"/>
            <p:cNvSpPr/>
            <p:nvPr/>
          </p:nvSpPr>
          <p:spPr>
            <a:xfrm>
              <a:off x="10757880" y="6599880"/>
              <a:ext cx="717120" cy="287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36" name="Rectangle 466"/>
            <p:cNvSpPr/>
            <p:nvPr/>
          </p:nvSpPr>
          <p:spPr>
            <a:xfrm>
              <a:off x="11473920" y="6599880"/>
              <a:ext cx="717120" cy="28728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37" name="Rectangle 467"/>
            <p:cNvSpPr/>
            <p:nvPr/>
          </p:nvSpPr>
          <p:spPr>
            <a:xfrm>
              <a:off x="7881840" y="6597360"/>
              <a:ext cx="2153160" cy="284760"/>
            </a:xfrm>
            <a:prstGeom prst="rect">
              <a:avLst/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38" name="Rectangle 468"/>
            <p:cNvSpPr/>
            <p:nvPr/>
          </p:nvSpPr>
          <p:spPr>
            <a:xfrm>
              <a:off x="7889400" y="6597360"/>
              <a:ext cx="717120" cy="28728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39" name="Rectangle 469"/>
            <p:cNvSpPr/>
            <p:nvPr/>
          </p:nvSpPr>
          <p:spPr>
            <a:xfrm>
              <a:off x="8604000" y="6597360"/>
              <a:ext cx="717120" cy="287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40" name="Rectangle 470"/>
            <p:cNvSpPr/>
            <p:nvPr/>
          </p:nvSpPr>
          <p:spPr>
            <a:xfrm>
              <a:off x="9320040" y="6597360"/>
              <a:ext cx="717120" cy="28728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41" name="Rectangle 471"/>
            <p:cNvSpPr/>
            <p:nvPr/>
          </p:nvSpPr>
          <p:spPr>
            <a:xfrm>
              <a:off x="5726160" y="6599880"/>
              <a:ext cx="2153160" cy="284760"/>
            </a:xfrm>
            <a:prstGeom prst="rect">
              <a:avLst/>
            </a:pr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42" name="Rectangle 472"/>
            <p:cNvSpPr/>
            <p:nvPr/>
          </p:nvSpPr>
          <p:spPr>
            <a:xfrm>
              <a:off x="5733360" y="6599880"/>
              <a:ext cx="717120" cy="287280"/>
            </a:xfrm>
            <a:prstGeom prst="rect">
              <a:avLst/>
            </a:prstGeom>
            <a:solidFill>
              <a:schemeClr val="accent2">
                <a:lumMod val="75000"/>
                <a:alpha val="46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43" name="Rectangle 473"/>
            <p:cNvSpPr/>
            <p:nvPr/>
          </p:nvSpPr>
          <p:spPr>
            <a:xfrm>
              <a:off x="6447960" y="6599880"/>
              <a:ext cx="717120" cy="28728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3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44" name="Rectangle 474"/>
            <p:cNvSpPr/>
            <p:nvPr/>
          </p:nvSpPr>
          <p:spPr>
            <a:xfrm>
              <a:off x="7164000" y="6599880"/>
              <a:ext cx="717120" cy="287280"/>
            </a:xfrm>
            <a:prstGeom prst="rect">
              <a:avLst/>
            </a:prstGeom>
            <a:solidFill>
              <a:schemeClr val="accent2">
                <a:lumMod val="40000"/>
                <a:lumOff val="60000"/>
                <a:alpha val="76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45" name="Rectangle 475"/>
            <p:cNvSpPr/>
            <p:nvPr/>
          </p:nvSpPr>
          <p:spPr>
            <a:xfrm>
              <a:off x="3576600" y="6597360"/>
              <a:ext cx="2153160" cy="284760"/>
            </a:xfrm>
            <a:prstGeom prst="rect">
              <a:avLst/>
            </a:pr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46" name="Rectangle 476"/>
            <p:cNvSpPr/>
            <p:nvPr/>
          </p:nvSpPr>
          <p:spPr>
            <a:xfrm>
              <a:off x="3583800" y="6597360"/>
              <a:ext cx="717120" cy="28728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3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47" name="Rectangle 477"/>
            <p:cNvSpPr/>
            <p:nvPr/>
          </p:nvSpPr>
          <p:spPr>
            <a:xfrm>
              <a:off x="4298400" y="6597360"/>
              <a:ext cx="717120" cy="287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48" name="Rectangle 478"/>
            <p:cNvSpPr/>
            <p:nvPr/>
          </p:nvSpPr>
          <p:spPr>
            <a:xfrm>
              <a:off x="5014440" y="6597360"/>
              <a:ext cx="717120" cy="28728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49" name="Rectangle 479"/>
            <p:cNvSpPr/>
            <p:nvPr/>
          </p:nvSpPr>
          <p:spPr>
            <a:xfrm>
              <a:off x="1428480" y="6597360"/>
              <a:ext cx="2153160" cy="287280"/>
            </a:xfrm>
            <a:prstGeom prst="rect">
              <a:avLst/>
            </a:pr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50" name="Rectangle 480"/>
            <p:cNvSpPr/>
            <p:nvPr/>
          </p:nvSpPr>
          <p:spPr>
            <a:xfrm>
              <a:off x="1436040" y="6597360"/>
              <a:ext cx="717120" cy="287280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51" name="Rectangle 481"/>
            <p:cNvSpPr/>
            <p:nvPr/>
          </p:nvSpPr>
          <p:spPr>
            <a:xfrm>
              <a:off x="2150640" y="6597360"/>
              <a:ext cx="717120" cy="287280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23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52" name="Rectangle 482"/>
            <p:cNvSpPr/>
            <p:nvPr/>
          </p:nvSpPr>
          <p:spPr>
            <a:xfrm>
              <a:off x="2866680" y="6597360"/>
              <a:ext cx="717120" cy="287280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7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53" name="Rectangle 483"/>
            <p:cNvSpPr/>
            <p:nvPr/>
          </p:nvSpPr>
          <p:spPr>
            <a:xfrm>
              <a:off x="0" y="6600240"/>
              <a:ext cx="1439640" cy="284400"/>
            </a:xfrm>
            <a:prstGeom prst="rect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54" name="Rectangle 484"/>
            <p:cNvSpPr/>
            <p:nvPr/>
          </p:nvSpPr>
          <p:spPr>
            <a:xfrm>
              <a:off x="8640" y="6600240"/>
              <a:ext cx="717120" cy="287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55" name="Rectangle 485"/>
            <p:cNvSpPr/>
            <p:nvPr/>
          </p:nvSpPr>
          <p:spPr>
            <a:xfrm>
              <a:off x="724680" y="6600240"/>
              <a:ext cx="717120" cy="28728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2676600" y="510840"/>
            <a:ext cx="6749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609480" y="1340640"/>
            <a:ext cx="10972080" cy="460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ftr" idx="1"/>
          </p:nvPr>
        </p:nvSpPr>
        <p:spPr>
          <a:xfrm>
            <a:off x="7758720" y="6132960"/>
            <a:ext cx="38599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PlaceHolder 4"/>
          <p:cNvSpPr>
            <a:spLocks noGrp="1"/>
          </p:cNvSpPr>
          <p:nvPr>
            <p:ph type="sldNum" idx="2"/>
          </p:nvPr>
        </p:nvSpPr>
        <p:spPr>
          <a:xfrm>
            <a:off x="5190480" y="6132960"/>
            <a:ext cx="951840" cy="36432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70B45B97-BE59-45C3-A2D9-28385E111B83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&lt;numero&gt;</a:t>
            </a:fld>
            <a:endParaRPr b="0" lang="it-IT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PlaceHolder 5"/>
          <p:cNvSpPr>
            <a:spLocks noGrp="1"/>
          </p:cNvSpPr>
          <p:nvPr>
            <p:ph type="dt" idx="3"/>
          </p:nvPr>
        </p:nvSpPr>
        <p:spPr>
          <a:xfrm>
            <a:off x="607320" y="6109560"/>
            <a:ext cx="2844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redefini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Rectangle 245" hidden="1"/>
          <p:cNvSpPr/>
          <p:nvPr/>
        </p:nvSpPr>
        <p:spPr>
          <a:xfrm>
            <a:off x="759240" y="-8280"/>
            <a:ext cx="1143720" cy="86328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2" name="Rectangle 350" hidden="1"/>
          <p:cNvSpPr/>
          <p:nvPr/>
        </p:nvSpPr>
        <p:spPr>
          <a:xfrm>
            <a:off x="0" y="-5760"/>
            <a:ext cx="764640" cy="8632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263" name="Group 6"/>
          <p:cNvGrpSpPr/>
          <p:nvPr/>
        </p:nvGrpSpPr>
        <p:grpSpPr>
          <a:xfrm>
            <a:off x="0" y="-8280"/>
            <a:ext cx="12198600" cy="866880"/>
            <a:chOff x="0" y="-8280"/>
            <a:chExt cx="12198600" cy="866880"/>
          </a:xfrm>
        </p:grpSpPr>
        <p:grpSp>
          <p:nvGrpSpPr>
            <p:cNvPr id="264" name="Group 112"/>
            <p:cNvGrpSpPr/>
            <p:nvPr/>
          </p:nvGrpSpPr>
          <p:grpSpPr>
            <a:xfrm>
              <a:off x="11053080" y="-4680"/>
              <a:ext cx="1145520" cy="859680"/>
              <a:chOff x="11053080" y="-4680"/>
              <a:chExt cx="1145520" cy="859680"/>
            </a:xfrm>
          </p:grpSpPr>
          <p:sp>
            <p:nvSpPr>
              <p:cNvPr id="265" name="Rectangle 5"/>
              <p:cNvSpPr/>
              <p:nvPr/>
            </p:nvSpPr>
            <p:spPr>
              <a:xfrm>
                <a:off x="11053440" y="-4680"/>
                <a:ext cx="1143720" cy="85968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266" name="Group 4"/>
              <p:cNvGrpSpPr/>
              <p:nvPr/>
            </p:nvGrpSpPr>
            <p:grpSpPr>
              <a:xfrm>
                <a:off x="11053080" y="-4680"/>
                <a:ext cx="1145520" cy="859680"/>
                <a:chOff x="11053080" y="-4680"/>
                <a:chExt cx="1145520" cy="859680"/>
              </a:xfrm>
            </p:grpSpPr>
            <p:sp>
              <p:nvSpPr>
                <p:cNvPr id="267" name="Rectangle 157"/>
                <p:cNvSpPr/>
                <p:nvPr/>
              </p:nvSpPr>
              <p:spPr>
                <a:xfrm>
                  <a:off x="11053080" y="281880"/>
                  <a:ext cx="380880" cy="28620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68" name="Rectangle 158"/>
                <p:cNvSpPr/>
                <p:nvPr/>
              </p:nvSpPr>
              <p:spPr>
                <a:xfrm>
                  <a:off x="11432520" y="281880"/>
                  <a:ext cx="380880" cy="28620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69" name="Rectangle 159"/>
                <p:cNvSpPr/>
                <p:nvPr/>
              </p:nvSpPr>
              <p:spPr>
                <a:xfrm>
                  <a:off x="11813040" y="281880"/>
                  <a:ext cx="380880" cy="28620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70" name="Rectangle 160"/>
                <p:cNvSpPr/>
                <p:nvPr/>
              </p:nvSpPr>
              <p:spPr>
                <a:xfrm>
                  <a:off x="11057400" y="-4680"/>
                  <a:ext cx="380880" cy="28620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71" name="Rectangle 161"/>
                <p:cNvSpPr/>
                <p:nvPr/>
              </p:nvSpPr>
              <p:spPr>
                <a:xfrm>
                  <a:off x="11437200" y="-4680"/>
                  <a:ext cx="380880" cy="2862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72" name="Rectangle 162"/>
                <p:cNvSpPr/>
                <p:nvPr/>
              </p:nvSpPr>
              <p:spPr>
                <a:xfrm>
                  <a:off x="11817720" y="-4680"/>
                  <a:ext cx="380880" cy="28620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73" name="Rectangle 163"/>
                <p:cNvSpPr/>
                <p:nvPr/>
              </p:nvSpPr>
              <p:spPr>
                <a:xfrm>
                  <a:off x="11056320" y="568800"/>
                  <a:ext cx="380880" cy="286200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74" name="Rectangle 164"/>
                <p:cNvSpPr/>
                <p:nvPr/>
              </p:nvSpPr>
              <p:spPr>
                <a:xfrm>
                  <a:off x="11436120" y="568800"/>
                  <a:ext cx="380880" cy="2862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75" name="Rectangle 165"/>
                <p:cNvSpPr/>
                <p:nvPr/>
              </p:nvSpPr>
              <p:spPr>
                <a:xfrm>
                  <a:off x="11816640" y="568800"/>
                  <a:ext cx="380880" cy="286200"/>
                </a:xfrm>
                <a:prstGeom prst="rect">
                  <a:avLst/>
                </a:prstGeom>
                <a:solidFill>
                  <a:schemeClr val="dk2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276" name="Group 190"/>
            <p:cNvGrpSpPr/>
            <p:nvPr/>
          </p:nvGrpSpPr>
          <p:grpSpPr>
            <a:xfrm>
              <a:off x="9909000" y="-7560"/>
              <a:ext cx="1144800" cy="863280"/>
              <a:chOff x="9909000" y="-7560"/>
              <a:chExt cx="1144800" cy="863280"/>
            </a:xfrm>
          </p:grpSpPr>
          <p:sp>
            <p:nvSpPr>
              <p:cNvPr id="277" name="Rectangle 191"/>
              <p:cNvSpPr/>
              <p:nvPr/>
            </p:nvSpPr>
            <p:spPr>
              <a:xfrm>
                <a:off x="9909000" y="-7560"/>
                <a:ext cx="1143720" cy="86328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278" name="Group 192"/>
              <p:cNvGrpSpPr/>
              <p:nvPr/>
            </p:nvGrpSpPr>
            <p:grpSpPr>
              <a:xfrm>
                <a:off x="9911880" y="-7560"/>
                <a:ext cx="1141920" cy="863280"/>
                <a:chOff x="9911880" y="-7560"/>
                <a:chExt cx="1141920" cy="863280"/>
              </a:xfrm>
            </p:grpSpPr>
            <p:sp>
              <p:nvSpPr>
                <p:cNvPr id="279" name="Rectangle 193"/>
                <p:cNvSpPr/>
                <p:nvPr/>
              </p:nvSpPr>
              <p:spPr>
                <a:xfrm>
                  <a:off x="9912960" y="2804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80" name="Rectangle 194"/>
                <p:cNvSpPr/>
                <p:nvPr/>
              </p:nvSpPr>
              <p:spPr>
                <a:xfrm>
                  <a:off x="10292400" y="2804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81" name="Rectangle 195"/>
                <p:cNvSpPr/>
                <p:nvPr/>
              </p:nvSpPr>
              <p:spPr>
                <a:xfrm>
                  <a:off x="10672920" y="2804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82" name="Rectangle 196"/>
                <p:cNvSpPr/>
                <p:nvPr/>
              </p:nvSpPr>
              <p:spPr>
                <a:xfrm>
                  <a:off x="9912960" y="-756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83" name="Rectangle 197"/>
                <p:cNvSpPr/>
                <p:nvPr/>
              </p:nvSpPr>
              <p:spPr>
                <a:xfrm>
                  <a:off x="10292400" y="-756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84" name="Rectangle 198"/>
                <p:cNvSpPr/>
                <p:nvPr/>
              </p:nvSpPr>
              <p:spPr>
                <a:xfrm>
                  <a:off x="10672920" y="-756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85" name="Rectangle 199"/>
                <p:cNvSpPr/>
                <p:nvPr/>
              </p:nvSpPr>
              <p:spPr>
                <a:xfrm>
                  <a:off x="9911880" y="56844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86" name="Rectangle 200"/>
                <p:cNvSpPr/>
                <p:nvPr/>
              </p:nvSpPr>
              <p:spPr>
                <a:xfrm>
                  <a:off x="10291680" y="56844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87" name="Rectangle 201"/>
                <p:cNvSpPr/>
                <p:nvPr/>
              </p:nvSpPr>
              <p:spPr>
                <a:xfrm>
                  <a:off x="10671840" y="56844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288" name="Group 202"/>
            <p:cNvGrpSpPr/>
            <p:nvPr/>
          </p:nvGrpSpPr>
          <p:grpSpPr>
            <a:xfrm>
              <a:off x="8763480" y="-4680"/>
              <a:ext cx="1148400" cy="863280"/>
              <a:chOff x="8763480" y="-4680"/>
              <a:chExt cx="1148400" cy="863280"/>
            </a:xfrm>
          </p:grpSpPr>
          <p:sp>
            <p:nvSpPr>
              <p:cNvPr id="289" name="Rectangle 203"/>
              <p:cNvSpPr/>
              <p:nvPr/>
            </p:nvSpPr>
            <p:spPr>
              <a:xfrm>
                <a:off x="8763480" y="-4680"/>
                <a:ext cx="1143720" cy="86328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290" name="Group 204"/>
              <p:cNvGrpSpPr/>
              <p:nvPr/>
            </p:nvGrpSpPr>
            <p:grpSpPr>
              <a:xfrm>
                <a:off x="8766000" y="-4680"/>
                <a:ext cx="1145880" cy="863280"/>
                <a:chOff x="8766000" y="-4680"/>
                <a:chExt cx="1145880" cy="863280"/>
              </a:xfrm>
            </p:grpSpPr>
            <p:sp>
              <p:nvSpPr>
                <p:cNvPr id="291" name="Rectangle 205"/>
                <p:cNvSpPr/>
                <p:nvPr/>
              </p:nvSpPr>
              <p:spPr>
                <a:xfrm>
                  <a:off x="8767080" y="283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92" name="Rectangle 206"/>
                <p:cNvSpPr/>
                <p:nvPr/>
              </p:nvSpPr>
              <p:spPr>
                <a:xfrm>
                  <a:off x="9146880" y="28332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93" name="Rectangle 207"/>
                <p:cNvSpPr/>
                <p:nvPr/>
              </p:nvSpPr>
              <p:spPr>
                <a:xfrm>
                  <a:off x="9527400" y="283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94" name="Rectangle 208"/>
                <p:cNvSpPr/>
                <p:nvPr/>
              </p:nvSpPr>
              <p:spPr>
                <a:xfrm>
                  <a:off x="8767080" y="-468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95" name="Rectangle 209"/>
                <p:cNvSpPr/>
                <p:nvPr/>
              </p:nvSpPr>
              <p:spPr>
                <a:xfrm>
                  <a:off x="9146880" y="-468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96" name="Rectangle 210"/>
                <p:cNvSpPr/>
                <p:nvPr/>
              </p:nvSpPr>
              <p:spPr>
                <a:xfrm>
                  <a:off x="9527400" y="-468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97" name="Rectangle 211"/>
                <p:cNvSpPr/>
                <p:nvPr/>
              </p:nvSpPr>
              <p:spPr>
                <a:xfrm>
                  <a:off x="8766000" y="571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98" name="Rectangle 212"/>
                <p:cNvSpPr/>
                <p:nvPr/>
              </p:nvSpPr>
              <p:spPr>
                <a:xfrm>
                  <a:off x="9145800" y="571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299" name="Rectangle 213"/>
                <p:cNvSpPr/>
                <p:nvPr/>
              </p:nvSpPr>
              <p:spPr>
                <a:xfrm>
                  <a:off x="9531000" y="571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300" name="Group 214"/>
            <p:cNvGrpSpPr/>
            <p:nvPr/>
          </p:nvGrpSpPr>
          <p:grpSpPr>
            <a:xfrm>
              <a:off x="7621200" y="-7560"/>
              <a:ext cx="1144800" cy="863280"/>
              <a:chOff x="7621200" y="-7560"/>
              <a:chExt cx="1144800" cy="863280"/>
            </a:xfrm>
          </p:grpSpPr>
          <p:sp>
            <p:nvSpPr>
              <p:cNvPr id="301" name="Rectangle 215"/>
              <p:cNvSpPr/>
              <p:nvPr/>
            </p:nvSpPr>
            <p:spPr>
              <a:xfrm>
                <a:off x="7621200" y="-7560"/>
                <a:ext cx="1143720" cy="86328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302" name="Group 216"/>
              <p:cNvGrpSpPr/>
              <p:nvPr/>
            </p:nvGrpSpPr>
            <p:grpSpPr>
              <a:xfrm>
                <a:off x="7624080" y="-7560"/>
                <a:ext cx="1141920" cy="863280"/>
                <a:chOff x="7624080" y="-7560"/>
                <a:chExt cx="1141920" cy="863280"/>
              </a:xfrm>
            </p:grpSpPr>
            <p:sp>
              <p:nvSpPr>
                <p:cNvPr id="303" name="Rectangle 217"/>
                <p:cNvSpPr/>
                <p:nvPr/>
              </p:nvSpPr>
              <p:spPr>
                <a:xfrm>
                  <a:off x="7625160" y="28044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04" name="Rectangle 218"/>
                <p:cNvSpPr/>
                <p:nvPr/>
              </p:nvSpPr>
              <p:spPr>
                <a:xfrm>
                  <a:off x="8004960" y="2804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05" name="Rectangle 219"/>
                <p:cNvSpPr/>
                <p:nvPr/>
              </p:nvSpPr>
              <p:spPr>
                <a:xfrm>
                  <a:off x="8385120" y="28044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06" name="Rectangle 220"/>
                <p:cNvSpPr/>
                <p:nvPr/>
              </p:nvSpPr>
              <p:spPr>
                <a:xfrm>
                  <a:off x="7625160" y="-756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07" name="Rectangle 221"/>
                <p:cNvSpPr/>
                <p:nvPr/>
              </p:nvSpPr>
              <p:spPr>
                <a:xfrm>
                  <a:off x="8004960" y="-756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08" name="Rectangle 222"/>
                <p:cNvSpPr/>
                <p:nvPr/>
              </p:nvSpPr>
              <p:spPr>
                <a:xfrm>
                  <a:off x="8385120" y="-756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09" name="Rectangle 223"/>
                <p:cNvSpPr/>
                <p:nvPr/>
              </p:nvSpPr>
              <p:spPr>
                <a:xfrm>
                  <a:off x="7624080" y="56844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10" name="Rectangle 224"/>
                <p:cNvSpPr/>
                <p:nvPr/>
              </p:nvSpPr>
              <p:spPr>
                <a:xfrm>
                  <a:off x="8003880" y="568440"/>
                  <a:ext cx="380880" cy="287280"/>
                </a:xfrm>
                <a:prstGeom prst="rect">
                  <a:avLst/>
                </a:prstGeom>
                <a:solidFill>
                  <a:schemeClr val="dk2">
                    <a:lumMod val="60000"/>
                    <a:lumOff val="40000"/>
                    <a:alpha val="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11" name="Rectangle 225"/>
                <p:cNvSpPr/>
                <p:nvPr/>
              </p:nvSpPr>
              <p:spPr>
                <a:xfrm>
                  <a:off x="8384400" y="56844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312" name="Group 226"/>
            <p:cNvGrpSpPr/>
            <p:nvPr/>
          </p:nvGrpSpPr>
          <p:grpSpPr>
            <a:xfrm>
              <a:off x="6479640" y="-7560"/>
              <a:ext cx="1145160" cy="863280"/>
              <a:chOff x="6479640" y="-7560"/>
              <a:chExt cx="1145160" cy="863280"/>
            </a:xfrm>
          </p:grpSpPr>
          <p:sp>
            <p:nvSpPr>
              <p:cNvPr id="313" name="Rectangle 227"/>
              <p:cNvSpPr/>
              <p:nvPr/>
            </p:nvSpPr>
            <p:spPr>
              <a:xfrm>
                <a:off x="6479640" y="-7560"/>
                <a:ext cx="1143720" cy="86328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314" name="Group 228"/>
              <p:cNvGrpSpPr/>
              <p:nvPr/>
            </p:nvGrpSpPr>
            <p:grpSpPr>
              <a:xfrm>
                <a:off x="6482520" y="-7560"/>
                <a:ext cx="1142280" cy="863280"/>
                <a:chOff x="6482520" y="-7560"/>
                <a:chExt cx="1142280" cy="863280"/>
              </a:xfrm>
            </p:grpSpPr>
            <p:sp>
              <p:nvSpPr>
                <p:cNvPr id="315" name="Rectangle 229"/>
                <p:cNvSpPr/>
                <p:nvPr/>
              </p:nvSpPr>
              <p:spPr>
                <a:xfrm>
                  <a:off x="6483600" y="2804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48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16" name="Rectangle 230"/>
                <p:cNvSpPr/>
                <p:nvPr/>
              </p:nvSpPr>
              <p:spPr>
                <a:xfrm>
                  <a:off x="6863400" y="2804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29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17" name="Rectangle 231"/>
                <p:cNvSpPr/>
                <p:nvPr/>
              </p:nvSpPr>
              <p:spPr>
                <a:xfrm>
                  <a:off x="7243920" y="2804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1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18" name="Rectangle 232"/>
                <p:cNvSpPr/>
                <p:nvPr/>
              </p:nvSpPr>
              <p:spPr>
                <a:xfrm>
                  <a:off x="6483600" y="-756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19" name="Rectangle 233"/>
                <p:cNvSpPr/>
                <p:nvPr/>
              </p:nvSpPr>
              <p:spPr>
                <a:xfrm>
                  <a:off x="6863400" y="-756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3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20" name="Rectangle 234"/>
                <p:cNvSpPr/>
                <p:nvPr/>
              </p:nvSpPr>
              <p:spPr>
                <a:xfrm>
                  <a:off x="7243920" y="-756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  <a:alpha val="27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21" name="Rectangle 235"/>
                <p:cNvSpPr/>
                <p:nvPr/>
              </p:nvSpPr>
              <p:spPr>
                <a:xfrm>
                  <a:off x="6482520" y="5684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6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22" name="Rectangle 236"/>
                <p:cNvSpPr/>
                <p:nvPr/>
              </p:nvSpPr>
              <p:spPr>
                <a:xfrm>
                  <a:off x="6862320" y="56844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23" name="Rectangle 237"/>
                <p:cNvSpPr/>
                <p:nvPr/>
              </p:nvSpPr>
              <p:spPr>
                <a:xfrm>
                  <a:off x="7242840" y="5684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7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324" name="Group 240"/>
            <p:cNvGrpSpPr/>
            <p:nvPr/>
          </p:nvGrpSpPr>
          <p:grpSpPr>
            <a:xfrm>
              <a:off x="5332320" y="-5760"/>
              <a:ext cx="1145520" cy="863280"/>
              <a:chOff x="5332320" y="-5760"/>
              <a:chExt cx="1145520" cy="863280"/>
            </a:xfrm>
          </p:grpSpPr>
          <p:sp>
            <p:nvSpPr>
              <p:cNvPr id="325" name="Rectangle 289"/>
              <p:cNvSpPr/>
              <p:nvPr/>
            </p:nvSpPr>
            <p:spPr>
              <a:xfrm>
                <a:off x="5332680" y="-5760"/>
                <a:ext cx="1143720" cy="86328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326" name="Group 290"/>
              <p:cNvGrpSpPr/>
              <p:nvPr/>
            </p:nvGrpSpPr>
            <p:grpSpPr>
              <a:xfrm>
                <a:off x="5332320" y="-5760"/>
                <a:ext cx="1145520" cy="863280"/>
                <a:chOff x="5332320" y="-5760"/>
                <a:chExt cx="1145520" cy="863280"/>
              </a:xfrm>
            </p:grpSpPr>
            <p:sp>
              <p:nvSpPr>
                <p:cNvPr id="327" name="Rectangle 291"/>
                <p:cNvSpPr/>
                <p:nvPr/>
              </p:nvSpPr>
              <p:spPr>
                <a:xfrm>
                  <a:off x="5332320" y="2822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28" name="Rectangle 292"/>
                <p:cNvSpPr/>
                <p:nvPr/>
              </p:nvSpPr>
              <p:spPr>
                <a:xfrm>
                  <a:off x="5712120" y="2822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29" name="Rectangle 293"/>
                <p:cNvSpPr/>
                <p:nvPr/>
              </p:nvSpPr>
              <p:spPr>
                <a:xfrm>
                  <a:off x="6092280" y="2822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30" name="Rectangle 294"/>
                <p:cNvSpPr/>
                <p:nvPr/>
              </p:nvSpPr>
              <p:spPr>
                <a:xfrm>
                  <a:off x="5336640" y="-576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31" name="Rectangle 295"/>
                <p:cNvSpPr/>
                <p:nvPr/>
              </p:nvSpPr>
              <p:spPr>
                <a:xfrm>
                  <a:off x="5716440" y="-576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32" name="Rectangle 296"/>
                <p:cNvSpPr/>
                <p:nvPr/>
              </p:nvSpPr>
              <p:spPr>
                <a:xfrm>
                  <a:off x="6096960" y="-576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33" name="Rectangle 297"/>
                <p:cNvSpPr/>
                <p:nvPr/>
              </p:nvSpPr>
              <p:spPr>
                <a:xfrm>
                  <a:off x="5335560" y="57024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34" name="Rectangle 298"/>
                <p:cNvSpPr/>
                <p:nvPr/>
              </p:nvSpPr>
              <p:spPr>
                <a:xfrm>
                  <a:off x="5715360" y="57024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35" name="Rectangle 299"/>
                <p:cNvSpPr/>
                <p:nvPr/>
              </p:nvSpPr>
              <p:spPr>
                <a:xfrm>
                  <a:off x="6095880" y="570240"/>
                  <a:ext cx="380880" cy="287280"/>
                </a:xfrm>
                <a:prstGeom prst="rect">
                  <a:avLst/>
                </a:prstGeom>
                <a:solidFill>
                  <a:schemeClr val="dk2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336" name="Group 241"/>
            <p:cNvGrpSpPr/>
            <p:nvPr/>
          </p:nvGrpSpPr>
          <p:grpSpPr>
            <a:xfrm>
              <a:off x="4188240" y="-8280"/>
              <a:ext cx="1145160" cy="863280"/>
              <a:chOff x="4188240" y="-8280"/>
              <a:chExt cx="1145160" cy="863280"/>
            </a:xfrm>
          </p:grpSpPr>
          <p:sp>
            <p:nvSpPr>
              <p:cNvPr id="337" name="Rectangle 278"/>
              <p:cNvSpPr/>
              <p:nvPr/>
            </p:nvSpPr>
            <p:spPr>
              <a:xfrm>
                <a:off x="4188240" y="-8280"/>
                <a:ext cx="1143720" cy="86328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338" name="Group 279"/>
              <p:cNvGrpSpPr/>
              <p:nvPr/>
            </p:nvGrpSpPr>
            <p:grpSpPr>
              <a:xfrm>
                <a:off x="4191120" y="-8280"/>
                <a:ext cx="1142280" cy="863280"/>
                <a:chOff x="4191120" y="-8280"/>
                <a:chExt cx="1142280" cy="863280"/>
              </a:xfrm>
            </p:grpSpPr>
            <p:sp>
              <p:nvSpPr>
                <p:cNvPr id="339" name="Rectangle 280"/>
                <p:cNvSpPr/>
                <p:nvPr/>
              </p:nvSpPr>
              <p:spPr>
                <a:xfrm>
                  <a:off x="4192200" y="27972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40" name="Rectangle 281"/>
                <p:cNvSpPr/>
                <p:nvPr/>
              </p:nvSpPr>
              <p:spPr>
                <a:xfrm>
                  <a:off x="4572000" y="27972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41" name="Rectangle 282"/>
                <p:cNvSpPr/>
                <p:nvPr/>
              </p:nvSpPr>
              <p:spPr>
                <a:xfrm>
                  <a:off x="4952520" y="27972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42" name="Rectangle 283"/>
                <p:cNvSpPr/>
                <p:nvPr/>
              </p:nvSpPr>
              <p:spPr>
                <a:xfrm>
                  <a:off x="4192200" y="-828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43" name="Rectangle 284"/>
                <p:cNvSpPr/>
                <p:nvPr/>
              </p:nvSpPr>
              <p:spPr>
                <a:xfrm>
                  <a:off x="4572000" y="-828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44" name="Rectangle 285"/>
                <p:cNvSpPr/>
                <p:nvPr/>
              </p:nvSpPr>
              <p:spPr>
                <a:xfrm>
                  <a:off x="4952520" y="-828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45" name="Rectangle 286"/>
                <p:cNvSpPr/>
                <p:nvPr/>
              </p:nvSpPr>
              <p:spPr>
                <a:xfrm>
                  <a:off x="4191120" y="56772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46" name="Rectangle 287"/>
                <p:cNvSpPr/>
                <p:nvPr/>
              </p:nvSpPr>
              <p:spPr>
                <a:xfrm>
                  <a:off x="4570920" y="56772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47" name="Rectangle 288"/>
                <p:cNvSpPr/>
                <p:nvPr/>
              </p:nvSpPr>
              <p:spPr>
                <a:xfrm>
                  <a:off x="4951440" y="56772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348" name="Group 242"/>
            <p:cNvGrpSpPr/>
            <p:nvPr/>
          </p:nvGrpSpPr>
          <p:grpSpPr>
            <a:xfrm>
              <a:off x="3042720" y="-5760"/>
              <a:ext cx="1148400" cy="863280"/>
              <a:chOff x="3042720" y="-5760"/>
              <a:chExt cx="1148400" cy="863280"/>
            </a:xfrm>
          </p:grpSpPr>
          <p:sp>
            <p:nvSpPr>
              <p:cNvPr id="349" name="Rectangle 267"/>
              <p:cNvSpPr/>
              <p:nvPr/>
            </p:nvSpPr>
            <p:spPr>
              <a:xfrm>
                <a:off x="3042720" y="-5760"/>
                <a:ext cx="1143720" cy="86328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350" name="Group 268"/>
              <p:cNvGrpSpPr/>
              <p:nvPr/>
            </p:nvGrpSpPr>
            <p:grpSpPr>
              <a:xfrm>
                <a:off x="3045600" y="-5760"/>
                <a:ext cx="1145520" cy="863280"/>
                <a:chOff x="3045600" y="-5760"/>
                <a:chExt cx="1145520" cy="863280"/>
              </a:xfrm>
            </p:grpSpPr>
            <p:sp>
              <p:nvSpPr>
                <p:cNvPr id="351" name="Rectangle 269"/>
                <p:cNvSpPr/>
                <p:nvPr/>
              </p:nvSpPr>
              <p:spPr>
                <a:xfrm>
                  <a:off x="3046680" y="282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52" name="Rectangle 270"/>
                <p:cNvSpPr/>
                <p:nvPr/>
              </p:nvSpPr>
              <p:spPr>
                <a:xfrm>
                  <a:off x="3426120" y="2822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53" name="Rectangle 271"/>
                <p:cNvSpPr/>
                <p:nvPr/>
              </p:nvSpPr>
              <p:spPr>
                <a:xfrm>
                  <a:off x="3806640" y="282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54" name="Rectangle 272"/>
                <p:cNvSpPr/>
                <p:nvPr/>
              </p:nvSpPr>
              <p:spPr>
                <a:xfrm>
                  <a:off x="3046680" y="-576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55" name="Rectangle 273"/>
                <p:cNvSpPr/>
                <p:nvPr/>
              </p:nvSpPr>
              <p:spPr>
                <a:xfrm>
                  <a:off x="3426120" y="-576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56" name="Rectangle 274"/>
                <p:cNvSpPr/>
                <p:nvPr/>
              </p:nvSpPr>
              <p:spPr>
                <a:xfrm>
                  <a:off x="3806640" y="-576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57" name="Rectangle 275"/>
                <p:cNvSpPr/>
                <p:nvPr/>
              </p:nvSpPr>
              <p:spPr>
                <a:xfrm>
                  <a:off x="3045600" y="570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58" name="Rectangle 276"/>
                <p:cNvSpPr/>
                <p:nvPr/>
              </p:nvSpPr>
              <p:spPr>
                <a:xfrm>
                  <a:off x="3425040" y="570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59" name="Rectangle 277"/>
                <p:cNvSpPr/>
                <p:nvPr/>
              </p:nvSpPr>
              <p:spPr>
                <a:xfrm>
                  <a:off x="3810240" y="570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360" name="Group 243"/>
            <p:cNvGrpSpPr/>
            <p:nvPr/>
          </p:nvGrpSpPr>
          <p:grpSpPr>
            <a:xfrm>
              <a:off x="1900440" y="-8280"/>
              <a:ext cx="1145160" cy="863280"/>
              <a:chOff x="1900440" y="-8280"/>
              <a:chExt cx="1145160" cy="863280"/>
            </a:xfrm>
          </p:grpSpPr>
          <p:sp>
            <p:nvSpPr>
              <p:cNvPr id="361" name="Rectangle 256"/>
              <p:cNvSpPr/>
              <p:nvPr/>
            </p:nvSpPr>
            <p:spPr>
              <a:xfrm>
                <a:off x="1900440" y="-8280"/>
                <a:ext cx="1143720" cy="86328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362" name="Group 257"/>
              <p:cNvGrpSpPr/>
              <p:nvPr/>
            </p:nvGrpSpPr>
            <p:grpSpPr>
              <a:xfrm>
                <a:off x="1903320" y="-8280"/>
                <a:ext cx="1142280" cy="863280"/>
                <a:chOff x="1903320" y="-8280"/>
                <a:chExt cx="1142280" cy="863280"/>
              </a:xfrm>
            </p:grpSpPr>
            <p:sp>
              <p:nvSpPr>
                <p:cNvPr id="363" name="Rectangle 258"/>
                <p:cNvSpPr/>
                <p:nvPr/>
              </p:nvSpPr>
              <p:spPr>
                <a:xfrm>
                  <a:off x="1904400" y="27972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64" name="Rectangle 259"/>
                <p:cNvSpPr/>
                <p:nvPr/>
              </p:nvSpPr>
              <p:spPr>
                <a:xfrm>
                  <a:off x="2284200" y="27972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65" name="Rectangle 260"/>
                <p:cNvSpPr/>
                <p:nvPr/>
              </p:nvSpPr>
              <p:spPr>
                <a:xfrm>
                  <a:off x="2664720" y="27972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66" name="Rectangle 261"/>
                <p:cNvSpPr/>
                <p:nvPr/>
              </p:nvSpPr>
              <p:spPr>
                <a:xfrm>
                  <a:off x="1904400" y="-828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67" name="Rectangle 262"/>
                <p:cNvSpPr/>
                <p:nvPr/>
              </p:nvSpPr>
              <p:spPr>
                <a:xfrm>
                  <a:off x="2284200" y="-828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68" name="Rectangle 263"/>
                <p:cNvSpPr/>
                <p:nvPr/>
              </p:nvSpPr>
              <p:spPr>
                <a:xfrm>
                  <a:off x="2664720" y="-828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69" name="Rectangle 264"/>
                <p:cNvSpPr/>
                <p:nvPr/>
              </p:nvSpPr>
              <p:spPr>
                <a:xfrm>
                  <a:off x="1903320" y="56772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70" name="Rectangle 265"/>
                <p:cNvSpPr/>
                <p:nvPr/>
              </p:nvSpPr>
              <p:spPr>
                <a:xfrm>
                  <a:off x="2283120" y="567720"/>
                  <a:ext cx="380880" cy="287280"/>
                </a:xfrm>
                <a:prstGeom prst="rect">
                  <a:avLst/>
                </a:prstGeom>
                <a:solidFill>
                  <a:schemeClr val="dk2">
                    <a:lumMod val="60000"/>
                    <a:lumOff val="40000"/>
                    <a:alpha val="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371" name="Rectangle 266"/>
                <p:cNvSpPr/>
                <p:nvPr/>
              </p:nvSpPr>
              <p:spPr>
                <a:xfrm>
                  <a:off x="2663640" y="56772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372" name="Group 3"/>
            <p:cNvGrpSpPr/>
            <p:nvPr/>
          </p:nvGrpSpPr>
          <p:grpSpPr>
            <a:xfrm>
              <a:off x="762840" y="-8280"/>
              <a:ext cx="1141200" cy="866880"/>
              <a:chOff x="762840" y="-8280"/>
              <a:chExt cx="1141200" cy="866880"/>
            </a:xfrm>
          </p:grpSpPr>
          <p:sp>
            <p:nvSpPr>
              <p:cNvPr id="373" name="Rectangle 247"/>
              <p:cNvSpPr/>
              <p:nvPr/>
            </p:nvSpPr>
            <p:spPr>
              <a:xfrm>
                <a:off x="762840" y="279720"/>
                <a:ext cx="380880" cy="28728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48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374" name="Rectangle 248"/>
              <p:cNvSpPr/>
              <p:nvPr/>
            </p:nvSpPr>
            <p:spPr>
              <a:xfrm>
                <a:off x="1142640" y="279720"/>
                <a:ext cx="380880" cy="28728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375" name="Rectangle 249"/>
              <p:cNvSpPr/>
              <p:nvPr/>
            </p:nvSpPr>
            <p:spPr>
              <a:xfrm>
                <a:off x="1523160" y="279720"/>
                <a:ext cx="380880" cy="287280"/>
              </a:xfrm>
              <a:prstGeom prst="rect">
                <a:avLst/>
              </a:prstGeom>
              <a:solidFill>
                <a:schemeClr val="accent2">
                  <a:lumMod val="75000"/>
                  <a:alpha val="16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376" name="Rectangle 250"/>
              <p:cNvSpPr/>
              <p:nvPr/>
            </p:nvSpPr>
            <p:spPr>
              <a:xfrm>
                <a:off x="762840" y="-8280"/>
                <a:ext cx="380880" cy="28728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  <a:alpha val="4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377" name="Rectangle 251"/>
              <p:cNvSpPr/>
              <p:nvPr/>
            </p:nvSpPr>
            <p:spPr>
              <a:xfrm>
                <a:off x="1142640" y="-8280"/>
                <a:ext cx="380880" cy="28728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  <a:alpha val="23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378" name="Rectangle 252"/>
              <p:cNvSpPr/>
              <p:nvPr/>
            </p:nvSpPr>
            <p:spPr>
              <a:xfrm>
                <a:off x="1523160" y="-8280"/>
                <a:ext cx="380880" cy="28728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7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379" name="Rectangle 253"/>
              <p:cNvSpPr/>
              <p:nvPr/>
            </p:nvSpPr>
            <p:spPr>
              <a:xfrm>
                <a:off x="765720" y="571320"/>
                <a:ext cx="380880" cy="287280"/>
              </a:xfrm>
              <a:prstGeom prst="rect">
                <a:avLst/>
              </a:prstGeom>
              <a:solidFill>
                <a:schemeClr val="accent2">
                  <a:lumMod val="75000"/>
                  <a:alpha val="6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380" name="Rectangle 254"/>
              <p:cNvSpPr/>
              <p:nvPr/>
            </p:nvSpPr>
            <p:spPr>
              <a:xfrm>
                <a:off x="1141560" y="567720"/>
                <a:ext cx="380880" cy="2872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381" name="Rectangle 255"/>
              <p:cNvSpPr/>
              <p:nvPr/>
            </p:nvSpPr>
            <p:spPr>
              <a:xfrm>
                <a:off x="1522080" y="567720"/>
                <a:ext cx="380880" cy="287280"/>
              </a:xfrm>
              <a:prstGeom prst="rect">
                <a:avLst/>
              </a:prstGeom>
              <a:solidFill>
                <a:schemeClr val="accent6">
                  <a:lumMod val="75000"/>
                  <a:alpha val="57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</p:grpSp>
        <p:grpSp>
          <p:nvGrpSpPr>
            <p:cNvPr id="382" name="Group 351"/>
            <p:cNvGrpSpPr/>
            <p:nvPr/>
          </p:nvGrpSpPr>
          <p:grpSpPr>
            <a:xfrm>
              <a:off x="0" y="-5760"/>
              <a:ext cx="765720" cy="860400"/>
              <a:chOff x="0" y="-5760"/>
              <a:chExt cx="765720" cy="860400"/>
            </a:xfrm>
          </p:grpSpPr>
          <p:sp>
            <p:nvSpPr>
              <p:cNvPr id="383" name="Rectangle 353"/>
              <p:cNvSpPr/>
              <p:nvPr/>
            </p:nvSpPr>
            <p:spPr>
              <a:xfrm>
                <a:off x="0" y="281520"/>
                <a:ext cx="380880" cy="286200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  <a:alpha val="6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384" name="Rectangle 354"/>
              <p:cNvSpPr/>
              <p:nvPr/>
            </p:nvSpPr>
            <p:spPr>
              <a:xfrm>
                <a:off x="380520" y="281520"/>
                <a:ext cx="380880" cy="28620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  <a:alpha val="4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385" name="Rectangle 356"/>
              <p:cNvSpPr/>
              <p:nvPr/>
            </p:nvSpPr>
            <p:spPr>
              <a:xfrm>
                <a:off x="4680" y="-5760"/>
                <a:ext cx="380880" cy="2862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386" name="Rectangle 357"/>
              <p:cNvSpPr/>
              <p:nvPr/>
            </p:nvSpPr>
            <p:spPr>
              <a:xfrm>
                <a:off x="384840" y="-5760"/>
                <a:ext cx="380880" cy="28620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  <a:alpha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387" name="Rectangle 359"/>
              <p:cNvSpPr/>
              <p:nvPr/>
            </p:nvSpPr>
            <p:spPr>
              <a:xfrm>
                <a:off x="3600" y="568440"/>
                <a:ext cx="380880" cy="2862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388" name="Rectangle 360"/>
              <p:cNvSpPr/>
              <p:nvPr/>
            </p:nvSpPr>
            <p:spPr>
              <a:xfrm>
                <a:off x="383760" y="568440"/>
                <a:ext cx="380880" cy="286200"/>
              </a:xfrm>
              <a:prstGeom prst="rect">
                <a:avLst/>
              </a:prstGeom>
              <a:solidFill>
                <a:schemeClr val="dk2">
                  <a:lumMod val="75000"/>
                  <a:alpha val="2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</p:grpSp>
      </p:grpSp>
      <p:sp>
        <p:nvSpPr>
          <p:cNvPr id="389" name="Rectangle 482" hidden="1"/>
          <p:cNvSpPr/>
          <p:nvPr/>
        </p:nvSpPr>
        <p:spPr>
          <a:xfrm>
            <a:off x="11049480" y="6600600"/>
            <a:ext cx="1143360" cy="2545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0" name="Rectangle 487" hidden="1"/>
          <p:cNvSpPr/>
          <p:nvPr/>
        </p:nvSpPr>
        <p:spPr>
          <a:xfrm>
            <a:off x="11053440" y="659484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22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1" name="Rectangle 488" hidden="1"/>
          <p:cNvSpPr/>
          <p:nvPr/>
        </p:nvSpPr>
        <p:spPr>
          <a:xfrm>
            <a:off x="11432880" y="660060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2" name="Rectangle 489" hidden="1"/>
          <p:cNvSpPr/>
          <p:nvPr/>
        </p:nvSpPr>
        <p:spPr>
          <a:xfrm>
            <a:off x="11813400" y="660060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3" name="Rectangle 471" hidden="1"/>
          <p:cNvSpPr/>
          <p:nvPr/>
        </p:nvSpPr>
        <p:spPr>
          <a:xfrm>
            <a:off x="9905400" y="6598080"/>
            <a:ext cx="1143360" cy="254520"/>
          </a:xfrm>
          <a:prstGeom prst="rect">
            <a:avLst/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4" name="Rectangle 476" hidden="1"/>
          <p:cNvSpPr/>
          <p:nvPr/>
        </p:nvSpPr>
        <p:spPr>
          <a:xfrm>
            <a:off x="9909360" y="6598080"/>
            <a:ext cx="380520" cy="256680"/>
          </a:xfrm>
          <a:prstGeom prst="rect">
            <a:avLst/>
          </a:prstGeom>
          <a:solidFill>
            <a:schemeClr val="accent3">
              <a:lumMod val="20000"/>
              <a:lumOff val="80000"/>
              <a:alpha val="22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5" name="Rectangle 477" hidden="1"/>
          <p:cNvSpPr/>
          <p:nvPr/>
        </p:nvSpPr>
        <p:spPr>
          <a:xfrm>
            <a:off x="10289520" y="668160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6" name="Rectangle 478" hidden="1"/>
          <p:cNvSpPr/>
          <p:nvPr/>
        </p:nvSpPr>
        <p:spPr>
          <a:xfrm>
            <a:off x="10668960" y="6598080"/>
            <a:ext cx="380520" cy="256680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7" name="Rectangle 460" hidden="1"/>
          <p:cNvSpPr/>
          <p:nvPr/>
        </p:nvSpPr>
        <p:spPr>
          <a:xfrm>
            <a:off x="8760240" y="6600600"/>
            <a:ext cx="1143360" cy="2545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8" name="Rectangle 465" hidden="1"/>
          <p:cNvSpPr/>
          <p:nvPr/>
        </p:nvSpPr>
        <p:spPr>
          <a:xfrm>
            <a:off x="8763840" y="6594840"/>
            <a:ext cx="380520" cy="256680"/>
          </a:xfrm>
          <a:prstGeom prst="rect">
            <a:avLst/>
          </a:prstGeom>
          <a:solidFill>
            <a:schemeClr val="accent2">
              <a:lumMod val="75000"/>
              <a:alpha val="46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9" name="Rectangle 466" hidden="1"/>
          <p:cNvSpPr/>
          <p:nvPr/>
        </p:nvSpPr>
        <p:spPr>
          <a:xfrm>
            <a:off x="9150840" y="6594840"/>
            <a:ext cx="380520" cy="256680"/>
          </a:xfrm>
          <a:prstGeom prst="rect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0" name="Rectangle 467" hidden="1"/>
          <p:cNvSpPr/>
          <p:nvPr/>
        </p:nvSpPr>
        <p:spPr>
          <a:xfrm>
            <a:off x="9521280" y="6597000"/>
            <a:ext cx="380520" cy="256680"/>
          </a:xfrm>
          <a:prstGeom prst="rect">
            <a:avLst/>
          </a:prstGeom>
          <a:solidFill>
            <a:schemeClr val="accent2">
              <a:lumMod val="40000"/>
              <a:lumOff val="60000"/>
              <a:alpha val="76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1" name="Rectangle 449" hidden="1"/>
          <p:cNvSpPr/>
          <p:nvPr/>
        </p:nvSpPr>
        <p:spPr>
          <a:xfrm>
            <a:off x="7618320" y="6598080"/>
            <a:ext cx="1143360" cy="2545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2" name="Rectangle 454" hidden="1"/>
          <p:cNvSpPr/>
          <p:nvPr/>
        </p:nvSpPr>
        <p:spPr>
          <a:xfrm>
            <a:off x="7622280" y="65980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3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3" name="Rectangle 455" hidden="1"/>
          <p:cNvSpPr/>
          <p:nvPr/>
        </p:nvSpPr>
        <p:spPr>
          <a:xfrm>
            <a:off x="8001720" y="659808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4" name="Rectangle 456" hidden="1"/>
          <p:cNvSpPr/>
          <p:nvPr/>
        </p:nvSpPr>
        <p:spPr>
          <a:xfrm>
            <a:off x="8382240" y="65980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5" name="Rectangle 438" hidden="1"/>
          <p:cNvSpPr/>
          <p:nvPr/>
        </p:nvSpPr>
        <p:spPr>
          <a:xfrm>
            <a:off x="6477480" y="6598080"/>
            <a:ext cx="1143360" cy="2545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6" name="Rectangle 443" hidden="1"/>
          <p:cNvSpPr/>
          <p:nvPr/>
        </p:nvSpPr>
        <p:spPr>
          <a:xfrm>
            <a:off x="6481440" y="6598080"/>
            <a:ext cx="380520" cy="256680"/>
          </a:xfrm>
          <a:prstGeom prst="rect">
            <a:avLst/>
          </a:prstGeom>
          <a:solidFill>
            <a:schemeClr val="accent4">
              <a:lumMod val="40000"/>
              <a:lumOff val="60000"/>
              <a:alpha val="4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7" name="Rectangle 444" hidden="1"/>
          <p:cNvSpPr/>
          <p:nvPr/>
        </p:nvSpPr>
        <p:spPr>
          <a:xfrm>
            <a:off x="6860880" y="6598080"/>
            <a:ext cx="380520" cy="256680"/>
          </a:xfrm>
          <a:prstGeom prst="rect">
            <a:avLst/>
          </a:prstGeom>
          <a:solidFill>
            <a:schemeClr val="accent4">
              <a:lumMod val="40000"/>
              <a:lumOff val="60000"/>
              <a:alpha val="23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8" name="Rectangle 445" hidden="1"/>
          <p:cNvSpPr/>
          <p:nvPr/>
        </p:nvSpPr>
        <p:spPr>
          <a:xfrm>
            <a:off x="7241040" y="6598080"/>
            <a:ext cx="380520" cy="256680"/>
          </a:xfrm>
          <a:prstGeom prst="rect">
            <a:avLst/>
          </a:prstGeom>
          <a:solidFill>
            <a:schemeClr val="accent4">
              <a:lumMod val="20000"/>
              <a:lumOff val="80000"/>
              <a:alpha val="27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9" name="Rectangle 422" hidden="1"/>
          <p:cNvSpPr/>
          <p:nvPr/>
        </p:nvSpPr>
        <p:spPr>
          <a:xfrm>
            <a:off x="5330880" y="6599880"/>
            <a:ext cx="1143360" cy="2545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0" name="Rectangle 427" hidden="1"/>
          <p:cNvSpPr/>
          <p:nvPr/>
        </p:nvSpPr>
        <p:spPr>
          <a:xfrm>
            <a:off x="5334840" y="65998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22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1" name="Rectangle 428" hidden="1"/>
          <p:cNvSpPr/>
          <p:nvPr/>
        </p:nvSpPr>
        <p:spPr>
          <a:xfrm>
            <a:off x="5714280" y="659988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2" name="Rectangle 429" hidden="1"/>
          <p:cNvSpPr/>
          <p:nvPr/>
        </p:nvSpPr>
        <p:spPr>
          <a:xfrm>
            <a:off x="6094800" y="65998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3" name="Rectangle 411" hidden="1"/>
          <p:cNvSpPr/>
          <p:nvPr/>
        </p:nvSpPr>
        <p:spPr>
          <a:xfrm>
            <a:off x="4186800" y="6597360"/>
            <a:ext cx="1143360" cy="254520"/>
          </a:xfrm>
          <a:prstGeom prst="rect">
            <a:avLst/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4" name="Rectangle 416" hidden="1"/>
          <p:cNvSpPr/>
          <p:nvPr/>
        </p:nvSpPr>
        <p:spPr>
          <a:xfrm>
            <a:off x="4190760" y="6597360"/>
            <a:ext cx="380520" cy="256680"/>
          </a:xfrm>
          <a:prstGeom prst="rect">
            <a:avLst/>
          </a:prstGeom>
          <a:solidFill>
            <a:schemeClr val="accent3">
              <a:lumMod val="20000"/>
              <a:lumOff val="80000"/>
              <a:alpha val="22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5" name="Rectangle 417" hidden="1"/>
          <p:cNvSpPr/>
          <p:nvPr/>
        </p:nvSpPr>
        <p:spPr>
          <a:xfrm>
            <a:off x="4570200" y="659736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6" name="Rectangle 418" hidden="1"/>
          <p:cNvSpPr/>
          <p:nvPr/>
        </p:nvSpPr>
        <p:spPr>
          <a:xfrm>
            <a:off x="4950360" y="6597360"/>
            <a:ext cx="380520" cy="256680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7" name="Rectangle 400" hidden="1"/>
          <p:cNvSpPr/>
          <p:nvPr/>
        </p:nvSpPr>
        <p:spPr>
          <a:xfrm>
            <a:off x="3041640" y="6599880"/>
            <a:ext cx="1143360" cy="2545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8" name="Rectangle 405" hidden="1"/>
          <p:cNvSpPr/>
          <p:nvPr/>
        </p:nvSpPr>
        <p:spPr>
          <a:xfrm>
            <a:off x="3045240" y="6599880"/>
            <a:ext cx="380520" cy="256680"/>
          </a:xfrm>
          <a:prstGeom prst="rect">
            <a:avLst/>
          </a:prstGeom>
          <a:solidFill>
            <a:schemeClr val="accent2">
              <a:lumMod val="75000"/>
              <a:alpha val="46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9" name="Rectangle 406" hidden="1"/>
          <p:cNvSpPr/>
          <p:nvPr/>
        </p:nvSpPr>
        <p:spPr>
          <a:xfrm>
            <a:off x="3425040" y="6599880"/>
            <a:ext cx="380520" cy="256680"/>
          </a:xfrm>
          <a:prstGeom prst="rect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0" name="Rectangle 407" hidden="1"/>
          <p:cNvSpPr/>
          <p:nvPr/>
        </p:nvSpPr>
        <p:spPr>
          <a:xfrm>
            <a:off x="3805200" y="6599880"/>
            <a:ext cx="380520" cy="256680"/>
          </a:xfrm>
          <a:prstGeom prst="rect">
            <a:avLst/>
          </a:prstGeom>
          <a:solidFill>
            <a:schemeClr val="accent2">
              <a:lumMod val="40000"/>
              <a:lumOff val="60000"/>
              <a:alpha val="76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1" name="Rectangle 389" hidden="1"/>
          <p:cNvSpPr/>
          <p:nvPr/>
        </p:nvSpPr>
        <p:spPr>
          <a:xfrm>
            <a:off x="1899720" y="6597360"/>
            <a:ext cx="1143360" cy="2545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2" name="Rectangle 394" hidden="1"/>
          <p:cNvSpPr/>
          <p:nvPr/>
        </p:nvSpPr>
        <p:spPr>
          <a:xfrm>
            <a:off x="1903680" y="659736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3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3" name="Rectangle 395" hidden="1"/>
          <p:cNvSpPr/>
          <p:nvPr/>
        </p:nvSpPr>
        <p:spPr>
          <a:xfrm>
            <a:off x="2283120" y="659736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4" name="Rectangle 396" hidden="1"/>
          <p:cNvSpPr/>
          <p:nvPr/>
        </p:nvSpPr>
        <p:spPr>
          <a:xfrm>
            <a:off x="2663640" y="659736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5" name="Rectangle 378" hidden="1"/>
          <p:cNvSpPr/>
          <p:nvPr/>
        </p:nvSpPr>
        <p:spPr>
          <a:xfrm>
            <a:off x="758880" y="6597360"/>
            <a:ext cx="1143360" cy="25668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6" name="Rectangle 383" hidden="1"/>
          <p:cNvSpPr/>
          <p:nvPr/>
        </p:nvSpPr>
        <p:spPr>
          <a:xfrm>
            <a:off x="762840" y="6597360"/>
            <a:ext cx="380520" cy="256680"/>
          </a:xfrm>
          <a:prstGeom prst="rect">
            <a:avLst/>
          </a:prstGeom>
          <a:solidFill>
            <a:schemeClr val="accent4">
              <a:lumMod val="40000"/>
              <a:lumOff val="60000"/>
              <a:alpha val="4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7" name="Rectangle 384" hidden="1"/>
          <p:cNvSpPr/>
          <p:nvPr/>
        </p:nvSpPr>
        <p:spPr>
          <a:xfrm>
            <a:off x="1142280" y="6597360"/>
            <a:ext cx="380520" cy="256680"/>
          </a:xfrm>
          <a:prstGeom prst="rect">
            <a:avLst/>
          </a:prstGeom>
          <a:solidFill>
            <a:schemeClr val="accent4">
              <a:lumMod val="40000"/>
              <a:lumOff val="60000"/>
              <a:alpha val="23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8" name="Rectangle 385" hidden="1"/>
          <p:cNvSpPr/>
          <p:nvPr/>
        </p:nvSpPr>
        <p:spPr>
          <a:xfrm>
            <a:off x="1522440" y="6597360"/>
            <a:ext cx="380520" cy="256680"/>
          </a:xfrm>
          <a:prstGeom prst="rect">
            <a:avLst/>
          </a:prstGeom>
          <a:solidFill>
            <a:schemeClr val="accent4">
              <a:lumMod val="20000"/>
              <a:lumOff val="80000"/>
              <a:alpha val="27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9" name="Rectangle 365" hidden="1"/>
          <p:cNvSpPr/>
          <p:nvPr/>
        </p:nvSpPr>
        <p:spPr>
          <a:xfrm>
            <a:off x="0" y="6599880"/>
            <a:ext cx="764280" cy="25416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0" name="Rectangle 369" hidden="1"/>
          <p:cNvSpPr/>
          <p:nvPr/>
        </p:nvSpPr>
        <p:spPr>
          <a:xfrm>
            <a:off x="4680" y="659988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1" name="Rectangle 370" hidden="1"/>
          <p:cNvSpPr/>
          <p:nvPr/>
        </p:nvSpPr>
        <p:spPr>
          <a:xfrm>
            <a:off x="384840" y="65998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432" name="Group 312"/>
          <p:cNvGrpSpPr/>
          <p:nvPr/>
        </p:nvGrpSpPr>
        <p:grpSpPr>
          <a:xfrm>
            <a:off x="-21960" y="-7560"/>
            <a:ext cx="12213000" cy="1742400"/>
            <a:chOff x="-21960" y="-7560"/>
            <a:chExt cx="12213000" cy="1742400"/>
          </a:xfrm>
        </p:grpSpPr>
        <p:grpSp>
          <p:nvGrpSpPr>
            <p:cNvPr id="433" name="Group 382"/>
            <p:cNvGrpSpPr/>
            <p:nvPr/>
          </p:nvGrpSpPr>
          <p:grpSpPr>
            <a:xfrm>
              <a:off x="9744120" y="-2160"/>
              <a:ext cx="2446920" cy="1737000"/>
              <a:chOff x="9744120" y="-2160"/>
              <a:chExt cx="2446920" cy="1737000"/>
            </a:xfrm>
          </p:grpSpPr>
          <p:sp>
            <p:nvSpPr>
              <p:cNvPr id="434" name="Rectangle 431"/>
              <p:cNvSpPr/>
              <p:nvPr/>
            </p:nvSpPr>
            <p:spPr>
              <a:xfrm>
                <a:off x="9745560" y="-2160"/>
                <a:ext cx="2443680" cy="173664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435" name="Group 432"/>
              <p:cNvGrpSpPr/>
              <p:nvPr/>
            </p:nvGrpSpPr>
            <p:grpSpPr>
              <a:xfrm>
                <a:off x="9744120" y="-2160"/>
                <a:ext cx="2446920" cy="1737000"/>
                <a:chOff x="9744120" y="-2160"/>
                <a:chExt cx="2446920" cy="1737000"/>
              </a:xfrm>
            </p:grpSpPr>
            <p:sp>
              <p:nvSpPr>
                <p:cNvPr id="436" name="Rectangle 433"/>
                <p:cNvSpPr/>
                <p:nvPr/>
              </p:nvSpPr>
              <p:spPr>
                <a:xfrm>
                  <a:off x="9744120" y="577080"/>
                  <a:ext cx="813960" cy="57852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37" name="Rectangle 434"/>
                <p:cNvSpPr/>
                <p:nvPr/>
              </p:nvSpPr>
              <p:spPr>
                <a:xfrm>
                  <a:off x="10555200" y="577080"/>
                  <a:ext cx="813960" cy="57852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38" name="Rectangle 435"/>
                <p:cNvSpPr/>
                <p:nvPr/>
              </p:nvSpPr>
              <p:spPr>
                <a:xfrm>
                  <a:off x="11367720" y="577080"/>
                  <a:ext cx="813960" cy="57852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39" name="Rectangle 436"/>
                <p:cNvSpPr/>
                <p:nvPr/>
              </p:nvSpPr>
              <p:spPr>
                <a:xfrm>
                  <a:off x="9753840" y="-2160"/>
                  <a:ext cx="813960" cy="57852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40" name="Rectangle 437"/>
                <p:cNvSpPr/>
                <p:nvPr/>
              </p:nvSpPr>
              <p:spPr>
                <a:xfrm>
                  <a:off x="10564560" y="-2160"/>
                  <a:ext cx="813960" cy="578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41" name="Rectangle 438"/>
                <p:cNvSpPr/>
                <p:nvPr/>
              </p:nvSpPr>
              <p:spPr>
                <a:xfrm>
                  <a:off x="11377080" y="-2160"/>
                  <a:ext cx="813960" cy="57852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42" name="Rectangle 439"/>
                <p:cNvSpPr/>
                <p:nvPr/>
              </p:nvSpPr>
              <p:spPr>
                <a:xfrm>
                  <a:off x="9751680" y="1156320"/>
                  <a:ext cx="813960" cy="578520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43" name="Rectangle 440"/>
                <p:cNvSpPr/>
                <p:nvPr/>
              </p:nvSpPr>
              <p:spPr>
                <a:xfrm>
                  <a:off x="10562400" y="1156320"/>
                  <a:ext cx="813960" cy="578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44" name="Rectangle 441"/>
                <p:cNvSpPr/>
                <p:nvPr/>
              </p:nvSpPr>
              <p:spPr>
                <a:xfrm>
                  <a:off x="11374920" y="1156320"/>
                  <a:ext cx="813960" cy="578520"/>
                </a:xfrm>
                <a:prstGeom prst="rect">
                  <a:avLst/>
                </a:prstGeom>
                <a:solidFill>
                  <a:schemeClr val="dk2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445" name="Group 383"/>
            <p:cNvGrpSpPr/>
            <p:nvPr/>
          </p:nvGrpSpPr>
          <p:grpSpPr>
            <a:xfrm>
              <a:off x="7301160" y="-7560"/>
              <a:ext cx="2445840" cy="1737000"/>
              <a:chOff x="7301160" y="-7560"/>
              <a:chExt cx="2445840" cy="1737000"/>
            </a:xfrm>
          </p:grpSpPr>
          <p:sp>
            <p:nvSpPr>
              <p:cNvPr id="446" name="Rectangle 420"/>
              <p:cNvSpPr/>
              <p:nvPr/>
            </p:nvSpPr>
            <p:spPr>
              <a:xfrm>
                <a:off x="7301160" y="-7560"/>
                <a:ext cx="2443680" cy="173664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447" name="Group 421"/>
              <p:cNvGrpSpPr/>
              <p:nvPr/>
            </p:nvGrpSpPr>
            <p:grpSpPr>
              <a:xfrm>
                <a:off x="7307280" y="-7560"/>
                <a:ext cx="2439720" cy="1737000"/>
                <a:chOff x="7307280" y="-7560"/>
                <a:chExt cx="2439720" cy="1737000"/>
              </a:xfrm>
            </p:grpSpPr>
            <p:sp>
              <p:nvSpPr>
                <p:cNvPr id="448" name="Rectangle 422"/>
                <p:cNvSpPr/>
                <p:nvPr/>
              </p:nvSpPr>
              <p:spPr>
                <a:xfrm>
                  <a:off x="7309440" y="571680"/>
                  <a:ext cx="813960" cy="57852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49" name="Rectangle 423"/>
                <p:cNvSpPr/>
                <p:nvPr/>
              </p:nvSpPr>
              <p:spPr>
                <a:xfrm>
                  <a:off x="8120520" y="571680"/>
                  <a:ext cx="813960" cy="57852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50" name="Rectangle 424"/>
                <p:cNvSpPr/>
                <p:nvPr/>
              </p:nvSpPr>
              <p:spPr>
                <a:xfrm>
                  <a:off x="8933040" y="571680"/>
                  <a:ext cx="813960" cy="57852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51" name="Rectangle 425"/>
                <p:cNvSpPr/>
                <p:nvPr/>
              </p:nvSpPr>
              <p:spPr>
                <a:xfrm>
                  <a:off x="7309440" y="-7560"/>
                  <a:ext cx="813960" cy="57852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52" name="Rectangle 426"/>
                <p:cNvSpPr/>
                <p:nvPr/>
              </p:nvSpPr>
              <p:spPr>
                <a:xfrm>
                  <a:off x="8120520" y="-7560"/>
                  <a:ext cx="813960" cy="578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53" name="Rectangle 427"/>
                <p:cNvSpPr/>
                <p:nvPr/>
              </p:nvSpPr>
              <p:spPr>
                <a:xfrm>
                  <a:off x="8933040" y="-7560"/>
                  <a:ext cx="813960" cy="57852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54" name="Rectangle 428"/>
                <p:cNvSpPr/>
                <p:nvPr/>
              </p:nvSpPr>
              <p:spPr>
                <a:xfrm>
                  <a:off x="7307280" y="1150920"/>
                  <a:ext cx="813960" cy="578520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55" name="Rectangle 429"/>
                <p:cNvSpPr/>
                <p:nvPr/>
              </p:nvSpPr>
              <p:spPr>
                <a:xfrm>
                  <a:off x="8118000" y="1150920"/>
                  <a:ext cx="813960" cy="578520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56" name="Rectangle 430"/>
                <p:cNvSpPr/>
                <p:nvPr/>
              </p:nvSpPr>
              <p:spPr>
                <a:xfrm>
                  <a:off x="8930520" y="1150920"/>
                  <a:ext cx="813960" cy="578520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457" name="Group 384"/>
            <p:cNvGrpSpPr/>
            <p:nvPr/>
          </p:nvGrpSpPr>
          <p:grpSpPr>
            <a:xfrm>
              <a:off x="4854600" y="-2160"/>
              <a:ext cx="2453040" cy="1737000"/>
              <a:chOff x="4854600" y="-2160"/>
              <a:chExt cx="2453040" cy="1737000"/>
            </a:xfrm>
          </p:grpSpPr>
          <p:sp>
            <p:nvSpPr>
              <p:cNvPr id="458" name="Rectangle 409"/>
              <p:cNvSpPr/>
              <p:nvPr/>
            </p:nvSpPr>
            <p:spPr>
              <a:xfrm>
                <a:off x="4854600" y="-2160"/>
                <a:ext cx="2443680" cy="173664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459" name="Group 410"/>
              <p:cNvGrpSpPr/>
              <p:nvPr/>
            </p:nvGrpSpPr>
            <p:grpSpPr>
              <a:xfrm>
                <a:off x="4860720" y="-2160"/>
                <a:ext cx="2446920" cy="1737000"/>
                <a:chOff x="4860720" y="-2160"/>
                <a:chExt cx="2446920" cy="1737000"/>
              </a:xfrm>
            </p:grpSpPr>
            <p:sp>
              <p:nvSpPr>
                <p:cNvPr id="460" name="Rectangle 411"/>
                <p:cNvSpPr/>
                <p:nvPr/>
              </p:nvSpPr>
              <p:spPr>
                <a:xfrm>
                  <a:off x="4862880" y="577080"/>
                  <a:ext cx="813960" cy="57852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61" name="Rectangle 412"/>
                <p:cNvSpPr/>
                <p:nvPr/>
              </p:nvSpPr>
              <p:spPr>
                <a:xfrm>
                  <a:off x="5673960" y="577080"/>
                  <a:ext cx="813960" cy="57852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62" name="Rectangle 413"/>
                <p:cNvSpPr/>
                <p:nvPr/>
              </p:nvSpPr>
              <p:spPr>
                <a:xfrm>
                  <a:off x="6486480" y="577080"/>
                  <a:ext cx="813960" cy="57852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63" name="Rectangle 414"/>
                <p:cNvSpPr/>
                <p:nvPr/>
              </p:nvSpPr>
              <p:spPr>
                <a:xfrm>
                  <a:off x="4862880" y="-2160"/>
                  <a:ext cx="813960" cy="57852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64" name="Rectangle 415"/>
                <p:cNvSpPr/>
                <p:nvPr/>
              </p:nvSpPr>
              <p:spPr>
                <a:xfrm>
                  <a:off x="5673960" y="-2160"/>
                  <a:ext cx="813960" cy="578520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65" name="Rectangle 416"/>
                <p:cNvSpPr/>
                <p:nvPr/>
              </p:nvSpPr>
              <p:spPr>
                <a:xfrm>
                  <a:off x="6486480" y="-2160"/>
                  <a:ext cx="813960" cy="578520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66" name="Rectangle 417"/>
                <p:cNvSpPr/>
                <p:nvPr/>
              </p:nvSpPr>
              <p:spPr>
                <a:xfrm>
                  <a:off x="4860720" y="1156320"/>
                  <a:ext cx="813960" cy="57852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67" name="Rectangle 418"/>
                <p:cNvSpPr/>
                <p:nvPr/>
              </p:nvSpPr>
              <p:spPr>
                <a:xfrm>
                  <a:off x="5671440" y="1156320"/>
                  <a:ext cx="813960" cy="57852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68" name="Rectangle 419"/>
                <p:cNvSpPr/>
                <p:nvPr/>
              </p:nvSpPr>
              <p:spPr>
                <a:xfrm>
                  <a:off x="6493680" y="1156320"/>
                  <a:ext cx="813960" cy="57852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469" name="Group 385"/>
            <p:cNvGrpSpPr/>
            <p:nvPr/>
          </p:nvGrpSpPr>
          <p:grpSpPr>
            <a:xfrm>
              <a:off x="2415600" y="-7560"/>
              <a:ext cx="2445840" cy="1737000"/>
              <a:chOff x="2415600" y="-7560"/>
              <a:chExt cx="2445840" cy="1737000"/>
            </a:xfrm>
          </p:grpSpPr>
          <p:sp>
            <p:nvSpPr>
              <p:cNvPr id="470" name="Rectangle 398"/>
              <p:cNvSpPr/>
              <p:nvPr/>
            </p:nvSpPr>
            <p:spPr>
              <a:xfrm>
                <a:off x="2415600" y="-7560"/>
                <a:ext cx="2443680" cy="173664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471" name="Group 399"/>
              <p:cNvGrpSpPr/>
              <p:nvPr/>
            </p:nvGrpSpPr>
            <p:grpSpPr>
              <a:xfrm>
                <a:off x="2421720" y="-7560"/>
                <a:ext cx="2439720" cy="1737000"/>
                <a:chOff x="2421720" y="-7560"/>
                <a:chExt cx="2439720" cy="1737000"/>
              </a:xfrm>
            </p:grpSpPr>
            <p:sp>
              <p:nvSpPr>
                <p:cNvPr id="472" name="Rectangle 400"/>
                <p:cNvSpPr/>
                <p:nvPr/>
              </p:nvSpPr>
              <p:spPr>
                <a:xfrm>
                  <a:off x="2423880" y="571680"/>
                  <a:ext cx="813960" cy="578520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73" name="Rectangle 401"/>
                <p:cNvSpPr/>
                <p:nvPr/>
              </p:nvSpPr>
              <p:spPr>
                <a:xfrm>
                  <a:off x="3234960" y="571680"/>
                  <a:ext cx="813960" cy="57852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74" name="Rectangle 402"/>
                <p:cNvSpPr/>
                <p:nvPr/>
              </p:nvSpPr>
              <p:spPr>
                <a:xfrm>
                  <a:off x="4047480" y="571680"/>
                  <a:ext cx="813960" cy="578520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75" name="Rectangle 403"/>
                <p:cNvSpPr/>
                <p:nvPr/>
              </p:nvSpPr>
              <p:spPr>
                <a:xfrm>
                  <a:off x="2423880" y="-7560"/>
                  <a:ext cx="813960" cy="57852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76" name="Rectangle 404"/>
                <p:cNvSpPr/>
                <p:nvPr/>
              </p:nvSpPr>
              <p:spPr>
                <a:xfrm>
                  <a:off x="3234960" y="-7560"/>
                  <a:ext cx="813960" cy="578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77" name="Rectangle 405"/>
                <p:cNvSpPr/>
                <p:nvPr/>
              </p:nvSpPr>
              <p:spPr>
                <a:xfrm>
                  <a:off x="4047480" y="-7560"/>
                  <a:ext cx="813960" cy="57852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78" name="Rectangle 406"/>
                <p:cNvSpPr/>
                <p:nvPr/>
              </p:nvSpPr>
              <p:spPr>
                <a:xfrm>
                  <a:off x="2421720" y="1150920"/>
                  <a:ext cx="813960" cy="57852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79" name="Rectangle 407"/>
                <p:cNvSpPr/>
                <p:nvPr/>
              </p:nvSpPr>
              <p:spPr>
                <a:xfrm>
                  <a:off x="3232440" y="1150920"/>
                  <a:ext cx="813960" cy="578520"/>
                </a:xfrm>
                <a:prstGeom prst="rect">
                  <a:avLst/>
                </a:prstGeom>
                <a:solidFill>
                  <a:schemeClr val="dk2">
                    <a:lumMod val="60000"/>
                    <a:lumOff val="40000"/>
                    <a:alpha val="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80" name="Rectangle 408"/>
                <p:cNvSpPr/>
                <p:nvPr/>
              </p:nvSpPr>
              <p:spPr>
                <a:xfrm>
                  <a:off x="4044960" y="1150920"/>
                  <a:ext cx="813960" cy="5785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481" name="Group 386"/>
            <p:cNvGrpSpPr/>
            <p:nvPr/>
          </p:nvGrpSpPr>
          <p:grpSpPr>
            <a:xfrm>
              <a:off x="-21960" y="-7560"/>
              <a:ext cx="2445840" cy="1737000"/>
              <a:chOff x="-21960" y="-7560"/>
              <a:chExt cx="2445840" cy="1737000"/>
            </a:xfrm>
          </p:grpSpPr>
          <p:sp>
            <p:nvSpPr>
              <p:cNvPr id="482" name="Rectangle 387"/>
              <p:cNvSpPr/>
              <p:nvPr/>
            </p:nvSpPr>
            <p:spPr>
              <a:xfrm>
                <a:off x="-21960" y="-7560"/>
                <a:ext cx="2443680" cy="173664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483" name="Group 388"/>
              <p:cNvGrpSpPr/>
              <p:nvPr/>
            </p:nvGrpSpPr>
            <p:grpSpPr>
              <a:xfrm>
                <a:off x="-15840" y="-7560"/>
                <a:ext cx="2439720" cy="1737000"/>
                <a:chOff x="-15840" y="-7560"/>
                <a:chExt cx="2439720" cy="1737000"/>
              </a:xfrm>
            </p:grpSpPr>
            <p:sp>
              <p:nvSpPr>
                <p:cNvPr id="484" name="Rectangle 389"/>
                <p:cNvSpPr/>
                <p:nvPr/>
              </p:nvSpPr>
              <p:spPr>
                <a:xfrm>
                  <a:off x="-13680" y="571680"/>
                  <a:ext cx="813960" cy="57852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48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85" name="Rectangle 390"/>
                <p:cNvSpPr/>
                <p:nvPr/>
              </p:nvSpPr>
              <p:spPr>
                <a:xfrm>
                  <a:off x="797400" y="571680"/>
                  <a:ext cx="813960" cy="57852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29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86" name="Rectangle 391"/>
                <p:cNvSpPr/>
                <p:nvPr/>
              </p:nvSpPr>
              <p:spPr>
                <a:xfrm>
                  <a:off x="1609920" y="571680"/>
                  <a:ext cx="813960" cy="57852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1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87" name="Rectangle 392"/>
                <p:cNvSpPr/>
                <p:nvPr/>
              </p:nvSpPr>
              <p:spPr>
                <a:xfrm>
                  <a:off x="-13680" y="-7560"/>
                  <a:ext cx="813960" cy="5785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88" name="Rectangle 393"/>
                <p:cNvSpPr/>
                <p:nvPr/>
              </p:nvSpPr>
              <p:spPr>
                <a:xfrm>
                  <a:off x="797400" y="-7560"/>
                  <a:ext cx="813960" cy="5785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3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89" name="Rectangle 394"/>
                <p:cNvSpPr/>
                <p:nvPr/>
              </p:nvSpPr>
              <p:spPr>
                <a:xfrm>
                  <a:off x="1609920" y="-7560"/>
                  <a:ext cx="813960" cy="578520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  <a:alpha val="27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90" name="Rectangle 395"/>
                <p:cNvSpPr/>
                <p:nvPr/>
              </p:nvSpPr>
              <p:spPr>
                <a:xfrm>
                  <a:off x="-15840" y="1150920"/>
                  <a:ext cx="813960" cy="57852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6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91" name="Rectangle 396"/>
                <p:cNvSpPr/>
                <p:nvPr/>
              </p:nvSpPr>
              <p:spPr>
                <a:xfrm>
                  <a:off x="794880" y="1150920"/>
                  <a:ext cx="813960" cy="578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492" name="Rectangle 397"/>
                <p:cNvSpPr/>
                <p:nvPr/>
              </p:nvSpPr>
              <p:spPr>
                <a:xfrm>
                  <a:off x="1607400" y="1150920"/>
                  <a:ext cx="813960" cy="57852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7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</p:grpSp>
      <p:grpSp>
        <p:nvGrpSpPr>
          <p:cNvPr id="493" name="Group 4"/>
          <p:cNvGrpSpPr/>
          <p:nvPr/>
        </p:nvGrpSpPr>
        <p:grpSpPr>
          <a:xfrm>
            <a:off x="0" y="6597360"/>
            <a:ext cx="12191040" cy="290160"/>
            <a:chOff x="0" y="6597360"/>
            <a:chExt cx="12191040" cy="290160"/>
          </a:xfrm>
        </p:grpSpPr>
        <p:sp>
          <p:nvSpPr>
            <p:cNvPr id="494" name="Rectangle 463"/>
            <p:cNvSpPr/>
            <p:nvPr/>
          </p:nvSpPr>
          <p:spPr>
            <a:xfrm>
              <a:off x="10036080" y="6599880"/>
              <a:ext cx="2153160" cy="284760"/>
            </a:xfrm>
            <a:prstGeom prst="rect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95" name="Rectangle 464"/>
            <p:cNvSpPr/>
            <p:nvPr/>
          </p:nvSpPr>
          <p:spPr>
            <a:xfrm>
              <a:off x="10043280" y="6599880"/>
              <a:ext cx="717120" cy="28728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2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96" name="Rectangle 465"/>
            <p:cNvSpPr/>
            <p:nvPr/>
          </p:nvSpPr>
          <p:spPr>
            <a:xfrm>
              <a:off x="10757880" y="6599880"/>
              <a:ext cx="717120" cy="287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97" name="Rectangle 466"/>
            <p:cNvSpPr/>
            <p:nvPr/>
          </p:nvSpPr>
          <p:spPr>
            <a:xfrm>
              <a:off x="11473920" y="6599880"/>
              <a:ext cx="717120" cy="28728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98" name="Rectangle 467"/>
            <p:cNvSpPr/>
            <p:nvPr/>
          </p:nvSpPr>
          <p:spPr>
            <a:xfrm>
              <a:off x="7881840" y="6597360"/>
              <a:ext cx="2153160" cy="284760"/>
            </a:xfrm>
            <a:prstGeom prst="rect">
              <a:avLst/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99" name="Rectangle 468"/>
            <p:cNvSpPr/>
            <p:nvPr/>
          </p:nvSpPr>
          <p:spPr>
            <a:xfrm>
              <a:off x="7889400" y="6597360"/>
              <a:ext cx="717120" cy="28728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00" name="Rectangle 469"/>
            <p:cNvSpPr/>
            <p:nvPr/>
          </p:nvSpPr>
          <p:spPr>
            <a:xfrm>
              <a:off x="8604000" y="6597360"/>
              <a:ext cx="717120" cy="287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01" name="Rectangle 470"/>
            <p:cNvSpPr/>
            <p:nvPr/>
          </p:nvSpPr>
          <p:spPr>
            <a:xfrm>
              <a:off x="9320040" y="6597360"/>
              <a:ext cx="717120" cy="28728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02" name="Rectangle 471"/>
            <p:cNvSpPr/>
            <p:nvPr/>
          </p:nvSpPr>
          <p:spPr>
            <a:xfrm>
              <a:off x="5726160" y="6599880"/>
              <a:ext cx="2153160" cy="284760"/>
            </a:xfrm>
            <a:prstGeom prst="rect">
              <a:avLst/>
            </a:pr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03" name="Rectangle 472"/>
            <p:cNvSpPr/>
            <p:nvPr/>
          </p:nvSpPr>
          <p:spPr>
            <a:xfrm>
              <a:off x="5733360" y="6599880"/>
              <a:ext cx="717120" cy="287280"/>
            </a:xfrm>
            <a:prstGeom prst="rect">
              <a:avLst/>
            </a:prstGeom>
            <a:solidFill>
              <a:schemeClr val="accent2">
                <a:lumMod val="75000"/>
                <a:alpha val="46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04" name="Rectangle 473"/>
            <p:cNvSpPr/>
            <p:nvPr/>
          </p:nvSpPr>
          <p:spPr>
            <a:xfrm>
              <a:off x="6447960" y="6599880"/>
              <a:ext cx="717120" cy="28728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3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05" name="Rectangle 474"/>
            <p:cNvSpPr/>
            <p:nvPr/>
          </p:nvSpPr>
          <p:spPr>
            <a:xfrm>
              <a:off x="7164000" y="6599880"/>
              <a:ext cx="717120" cy="287280"/>
            </a:xfrm>
            <a:prstGeom prst="rect">
              <a:avLst/>
            </a:prstGeom>
            <a:solidFill>
              <a:schemeClr val="accent2">
                <a:lumMod val="40000"/>
                <a:lumOff val="60000"/>
                <a:alpha val="76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06" name="Rectangle 475"/>
            <p:cNvSpPr/>
            <p:nvPr/>
          </p:nvSpPr>
          <p:spPr>
            <a:xfrm>
              <a:off x="3576600" y="6597360"/>
              <a:ext cx="2153160" cy="284760"/>
            </a:xfrm>
            <a:prstGeom prst="rect">
              <a:avLst/>
            </a:pr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07" name="Rectangle 476"/>
            <p:cNvSpPr/>
            <p:nvPr/>
          </p:nvSpPr>
          <p:spPr>
            <a:xfrm>
              <a:off x="3583800" y="6597360"/>
              <a:ext cx="717120" cy="28728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3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08" name="Rectangle 477"/>
            <p:cNvSpPr/>
            <p:nvPr/>
          </p:nvSpPr>
          <p:spPr>
            <a:xfrm>
              <a:off x="4298400" y="6597360"/>
              <a:ext cx="717120" cy="287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09" name="Rectangle 478"/>
            <p:cNvSpPr/>
            <p:nvPr/>
          </p:nvSpPr>
          <p:spPr>
            <a:xfrm>
              <a:off x="5014440" y="6597360"/>
              <a:ext cx="717120" cy="28728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10" name="Rectangle 479"/>
            <p:cNvSpPr/>
            <p:nvPr/>
          </p:nvSpPr>
          <p:spPr>
            <a:xfrm>
              <a:off x="1428480" y="6597360"/>
              <a:ext cx="2153160" cy="287280"/>
            </a:xfrm>
            <a:prstGeom prst="rect">
              <a:avLst/>
            </a:pr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11" name="Rectangle 480"/>
            <p:cNvSpPr/>
            <p:nvPr/>
          </p:nvSpPr>
          <p:spPr>
            <a:xfrm>
              <a:off x="1436040" y="6597360"/>
              <a:ext cx="717120" cy="287280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12" name="Rectangle 481"/>
            <p:cNvSpPr/>
            <p:nvPr/>
          </p:nvSpPr>
          <p:spPr>
            <a:xfrm>
              <a:off x="2150640" y="6597360"/>
              <a:ext cx="717120" cy="287280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23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13" name="Rectangle 482"/>
            <p:cNvSpPr/>
            <p:nvPr/>
          </p:nvSpPr>
          <p:spPr>
            <a:xfrm>
              <a:off x="2866680" y="6597360"/>
              <a:ext cx="717120" cy="287280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7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14" name="Rectangle 483"/>
            <p:cNvSpPr/>
            <p:nvPr/>
          </p:nvSpPr>
          <p:spPr>
            <a:xfrm>
              <a:off x="0" y="6600240"/>
              <a:ext cx="1439640" cy="284400"/>
            </a:xfrm>
            <a:prstGeom prst="rect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15" name="Rectangle 484"/>
            <p:cNvSpPr/>
            <p:nvPr/>
          </p:nvSpPr>
          <p:spPr>
            <a:xfrm>
              <a:off x="8640" y="6600240"/>
              <a:ext cx="717120" cy="287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16" name="Rectangle 485"/>
            <p:cNvSpPr/>
            <p:nvPr/>
          </p:nvSpPr>
          <p:spPr>
            <a:xfrm>
              <a:off x="724680" y="6600240"/>
              <a:ext cx="717120" cy="28728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517" name="PlaceHolder 1"/>
          <p:cNvSpPr>
            <a:spLocks noGrp="1"/>
          </p:cNvSpPr>
          <p:nvPr>
            <p:ph type="title"/>
          </p:nvPr>
        </p:nvSpPr>
        <p:spPr>
          <a:xfrm>
            <a:off x="2676600" y="510840"/>
            <a:ext cx="6749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PlaceHolder 2"/>
          <p:cNvSpPr>
            <a:spLocks noGrp="1"/>
          </p:cNvSpPr>
          <p:nvPr>
            <p:ph type="ftr" idx="4"/>
          </p:nvPr>
        </p:nvSpPr>
        <p:spPr>
          <a:xfrm>
            <a:off x="7758720" y="6132960"/>
            <a:ext cx="38599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PlaceHolder 3"/>
          <p:cNvSpPr>
            <a:spLocks noGrp="1"/>
          </p:cNvSpPr>
          <p:nvPr>
            <p:ph type="sldNum" idx="5"/>
          </p:nvPr>
        </p:nvSpPr>
        <p:spPr>
          <a:xfrm>
            <a:off x="5190480" y="6132960"/>
            <a:ext cx="951840" cy="36432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3FB28CD1-1D53-479E-B876-82B954E2C913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&lt;numero&gt;</a:t>
            </a:fld>
            <a:endParaRPr b="0" lang="it-IT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PlaceHolder 4"/>
          <p:cNvSpPr>
            <a:spLocks noGrp="1"/>
          </p:cNvSpPr>
          <p:nvPr>
            <p:ph type="dt" idx="6"/>
          </p:nvPr>
        </p:nvSpPr>
        <p:spPr>
          <a:xfrm>
            <a:off x="607320" y="6109560"/>
            <a:ext cx="2844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title"/>
          </p:nvPr>
        </p:nvSpPr>
        <p:spPr>
          <a:xfrm>
            <a:off x="2676600" y="23040"/>
            <a:ext cx="674928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it-IT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PlaceHolder 2"/>
          <p:cNvSpPr>
            <a:spLocks noGrp="1"/>
          </p:cNvSpPr>
          <p:nvPr>
            <p:ph/>
          </p:nvPr>
        </p:nvSpPr>
        <p:spPr>
          <a:xfrm>
            <a:off x="609480" y="1340640"/>
            <a:ext cx="10972080" cy="460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it-IT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6916246-75C5-4C52-BAC1-70AA78B8F99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PlaceHolder 1"/>
          <p:cNvSpPr>
            <a:spLocks noGrp="1"/>
          </p:cNvSpPr>
          <p:nvPr>
            <p:ph type="title"/>
          </p:nvPr>
        </p:nvSpPr>
        <p:spPr>
          <a:xfrm>
            <a:off x="2676600" y="23040"/>
            <a:ext cx="674928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it-IT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7" name="PlaceHolder 2"/>
          <p:cNvSpPr>
            <a:spLocks noGrp="1"/>
          </p:cNvSpPr>
          <p:nvPr>
            <p:ph/>
          </p:nvPr>
        </p:nvSpPr>
        <p:spPr>
          <a:xfrm>
            <a:off x="609480" y="1340640"/>
            <a:ext cx="10972080" cy="460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it-IT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CC62E01-5557-4947-99DC-A769C57B056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PlaceHolder 1"/>
          <p:cNvSpPr>
            <a:spLocks noGrp="1"/>
          </p:cNvSpPr>
          <p:nvPr>
            <p:ph type="title"/>
          </p:nvPr>
        </p:nvSpPr>
        <p:spPr>
          <a:xfrm>
            <a:off x="2676600" y="23040"/>
            <a:ext cx="674928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it-IT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5" name="PlaceHolder 2"/>
          <p:cNvSpPr>
            <a:spLocks noGrp="1"/>
          </p:cNvSpPr>
          <p:nvPr>
            <p:ph/>
          </p:nvPr>
        </p:nvSpPr>
        <p:spPr>
          <a:xfrm>
            <a:off x="609480" y="1340640"/>
            <a:ext cx="10972080" cy="460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it-IT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245E01A-65FA-4925-A3C9-7C40D1557DD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PlaceHolder 1"/>
          <p:cNvSpPr>
            <a:spLocks noGrp="1"/>
          </p:cNvSpPr>
          <p:nvPr>
            <p:ph type="title"/>
          </p:nvPr>
        </p:nvSpPr>
        <p:spPr>
          <a:xfrm>
            <a:off x="2676600" y="23040"/>
            <a:ext cx="674928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it-IT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7" name="PlaceHolder 2"/>
          <p:cNvSpPr>
            <a:spLocks noGrp="1"/>
          </p:cNvSpPr>
          <p:nvPr>
            <p:ph/>
          </p:nvPr>
        </p:nvSpPr>
        <p:spPr>
          <a:xfrm>
            <a:off x="609480" y="1340640"/>
            <a:ext cx="10972080" cy="460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it-IT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41CF5EB-F92E-4140-A6B8-FC5DAAD5F1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Rectangle 245"/>
          <p:cNvSpPr/>
          <p:nvPr/>
        </p:nvSpPr>
        <p:spPr>
          <a:xfrm>
            <a:off x="759240" y="-8280"/>
            <a:ext cx="1143720" cy="86328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3" name="Rectangle 350"/>
          <p:cNvSpPr/>
          <p:nvPr/>
        </p:nvSpPr>
        <p:spPr>
          <a:xfrm>
            <a:off x="0" y="-5760"/>
            <a:ext cx="764640" cy="8632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524" name="Group 6"/>
          <p:cNvGrpSpPr/>
          <p:nvPr/>
        </p:nvGrpSpPr>
        <p:grpSpPr>
          <a:xfrm>
            <a:off x="0" y="-8280"/>
            <a:ext cx="12198600" cy="866880"/>
            <a:chOff x="0" y="-8280"/>
            <a:chExt cx="12198600" cy="866880"/>
          </a:xfrm>
        </p:grpSpPr>
        <p:grpSp>
          <p:nvGrpSpPr>
            <p:cNvPr id="525" name="Group 112"/>
            <p:cNvGrpSpPr/>
            <p:nvPr/>
          </p:nvGrpSpPr>
          <p:grpSpPr>
            <a:xfrm>
              <a:off x="11053080" y="-4680"/>
              <a:ext cx="1145520" cy="859680"/>
              <a:chOff x="11053080" y="-4680"/>
              <a:chExt cx="1145520" cy="859680"/>
            </a:xfrm>
          </p:grpSpPr>
          <p:sp>
            <p:nvSpPr>
              <p:cNvPr id="526" name="Rectangle 5"/>
              <p:cNvSpPr/>
              <p:nvPr/>
            </p:nvSpPr>
            <p:spPr>
              <a:xfrm>
                <a:off x="11053440" y="-4680"/>
                <a:ext cx="1143720" cy="85968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527" name="Group 4"/>
              <p:cNvGrpSpPr/>
              <p:nvPr/>
            </p:nvGrpSpPr>
            <p:grpSpPr>
              <a:xfrm>
                <a:off x="11053080" y="-4680"/>
                <a:ext cx="1145520" cy="859680"/>
                <a:chOff x="11053080" y="-4680"/>
                <a:chExt cx="1145520" cy="859680"/>
              </a:xfrm>
            </p:grpSpPr>
            <p:sp>
              <p:nvSpPr>
                <p:cNvPr id="528" name="Rectangle 157"/>
                <p:cNvSpPr/>
                <p:nvPr/>
              </p:nvSpPr>
              <p:spPr>
                <a:xfrm>
                  <a:off x="11053080" y="281880"/>
                  <a:ext cx="380880" cy="28620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29" name="Rectangle 158"/>
                <p:cNvSpPr/>
                <p:nvPr/>
              </p:nvSpPr>
              <p:spPr>
                <a:xfrm>
                  <a:off x="11432520" y="281880"/>
                  <a:ext cx="380880" cy="28620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30" name="Rectangle 159"/>
                <p:cNvSpPr/>
                <p:nvPr/>
              </p:nvSpPr>
              <p:spPr>
                <a:xfrm>
                  <a:off x="11813040" y="281880"/>
                  <a:ext cx="380880" cy="28620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31" name="Rectangle 160"/>
                <p:cNvSpPr/>
                <p:nvPr/>
              </p:nvSpPr>
              <p:spPr>
                <a:xfrm>
                  <a:off x="11057400" y="-4680"/>
                  <a:ext cx="380880" cy="28620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32" name="Rectangle 161"/>
                <p:cNvSpPr/>
                <p:nvPr/>
              </p:nvSpPr>
              <p:spPr>
                <a:xfrm>
                  <a:off x="11437200" y="-4680"/>
                  <a:ext cx="380880" cy="2862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33" name="Rectangle 162"/>
                <p:cNvSpPr/>
                <p:nvPr/>
              </p:nvSpPr>
              <p:spPr>
                <a:xfrm>
                  <a:off x="11817720" y="-4680"/>
                  <a:ext cx="380880" cy="28620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34" name="Rectangle 163"/>
                <p:cNvSpPr/>
                <p:nvPr/>
              </p:nvSpPr>
              <p:spPr>
                <a:xfrm>
                  <a:off x="11056320" y="568800"/>
                  <a:ext cx="380880" cy="286200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35" name="Rectangle 164"/>
                <p:cNvSpPr/>
                <p:nvPr/>
              </p:nvSpPr>
              <p:spPr>
                <a:xfrm>
                  <a:off x="11436120" y="568800"/>
                  <a:ext cx="380880" cy="2862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36" name="Rectangle 165"/>
                <p:cNvSpPr/>
                <p:nvPr/>
              </p:nvSpPr>
              <p:spPr>
                <a:xfrm>
                  <a:off x="11816640" y="568800"/>
                  <a:ext cx="380880" cy="286200"/>
                </a:xfrm>
                <a:prstGeom prst="rect">
                  <a:avLst/>
                </a:prstGeom>
                <a:solidFill>
                  <a:schemeClr val="dk2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537" name="Group 190"/>
            <p:cNvGrpSpPr/>
            <p:nvPr/>
          </p:nvGrpSpPr>
          <p:grpSpPr>
            <a:xfrm>
              <a:off x="9909000" y="-7560"/>
              <a:ext cx="1144800" cy="863280"/>
              <a:chOff x="9909000" y="-7560"/>
              <a:chExt cx="1144800" cy="863280"/>
            </a:xfrm>
          </p:grpSpPr>
          <p:sp>
            <p:nvSpPr>
              <p:cNvPr id="538" name="Rectangle 191"/>
              <p:cNvSpPr/>
              <p:nvPr/>
            </p:nvSpPr>
            <p:spPr>
              <a:xfrm>
                <a:off x="9909000" y="-7560"/>
                <a:ext cx="1143720" cy="86328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539" name="Group 192"/>
              <p:cNvGrpSpPr/>
              <p:nvPr/>
            </p:nvGrpSpPr>
            <p:grpSpPr>
              <a:xfrm>
                <a:off x="9911880" y="-7560"/>
                <a:ext cx="1141920" cy="863280"/>
                <a:chOff x="9911880" y="-7560"/>
                <a:chExt cx="1141920" cy="863280"/>
              </a:xfrm>
            </p:grpSpPr>
            <p:sp>
              <p:nvSpPr>
                <p:cNvPr id="540" name="Rectangle 193"/>
                <p:cNvSpPr/>
                <p:nvPr/>
              </p:nvSpPr>
              <p:spPr>
                <a:xfrm>
                  <a:off x="9912960" y="2804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41" name="Rectangle 194"/>
                <p:cNvSpPr/>
                <p:nvPr/>
              </p:nvSpPr>
              <p:spPr>
                <a:xfrm>
                  <a:off x="10292400" y="2804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42" name="Rectangle 195"/>
                <p:cNvSpPr/>
                <p:nvPr/>
              </p:nvSpPr>
              <p:spPr>
                <a:xfrm>
                  <a:off x="10672920" y="2804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43" name="Rectangle 196"/>
                <p:cNvSpPr/>
                <p:nvPr/>
              </p:nvSpPr>
              <p:spPr>
                <a:xfrm>
                  <a:off x="9912960" y="-756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44" name="Rectangle 197"/>
                <p:cNvSpPr/>
                <p:nvPr/>
              </p:nvSpPr>
              <p:spPr>
                <a:xfrm>
                  <a:off x="10292400" y="-756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45" name="Rectangle 198"/>
                <p:cNvSpPr/>
                <p:nvPr/>
              </p:nvSpPr>
              <p:spPr>
                <a:xfrm>
                  <a:off x="10672920" y="-756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46" name="Rectangle 199"/>
                <p:cNvSpPr/>
                <p:nvPr/>
              </p:nvSpPr>
              <p:spPr>
                <a:xfrm>
                  <a:off x="9911880" y="56844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47" name="Rectangle 200"/>
                <p:cNvSpPr/>
                <p:nvPr/>
              </p:nvSpPr>
              <p:spPr>
                <a:xfrm>
                  <a:off x="10291680" y="56844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48" name="Rectangle 201"/>
                <p:cNvSpPr/>
                <p:nvPr/>
              </p:nvSpPr>
              <p:spPr>
                <a:xfrm>
                  <a:off x="10671840" y="56844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549" name="Group 202"/>
            <p:cNvGrpSpPr/>
            <p:nvPr/>
          </p:nvGrpSpPr>
          <p:grpSpPr>
            <a:xfrm>
              <a:off x="8763480" y="-4680"/>
              <a:ext cx="1148400" cy="863280"/>
              <a:chOff x="8763480" y="-4680"/>
              <a:chExt cx="1148400" cy="863280"/>
            </a:xfrm>
          </p:grpSpPr>
          <p:sp>
            <p:nvSpPr>
              <p:cNvPr id="550" name="Rectangle 203"/>
              <p:cNvSpPr/>
              <p:nvPr/>
            </p:nvSpPr>
            <p:spPr>
              <a:xfrm>
                <a:off x="8763480" y="-4680"/>
                <a:ext cx="1143720" cy="86328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551" name="Group 204"/>
              <p:cNvGrpSpPr/>
              <p:nvPr/>
            </p:nvGrpSpPr>
            <p:grpSpPr>
              <a:xfrm>
                <a:off x="8766000" y="-4680"/>
                <a:ext cx="1145880" cy="863280"/>
                <a:chOff x="8766000" y="-4680"/>
                <a:chExt cx="1145880" cy="863280"/>
              </a:xfrm>
            </p:grpSpPr>
            <p:sp>
              <p:nvSpPr>
                <p:cNvPr id="552" name="Rectangle 205"/>
                <p:cNvSpPr/>
                <p:nvPr/>
              </p:nvSpPr>
              <p:spPr>
                <a:xfrm>
                  <a:off x="8767080" y="283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53" name="Rectangle 206"/>
                <p:cNvSpPr/>
                <p:nvPr/>
              </p:nvSpPr>
              <p:spPr>
                <a:xfrm>
                  <a:off x="9146880" y="28332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54" name="Rectangle 207"/>
                <p:cNvSpPr/>
                <p:nvPr/>
              </p:nvSpPr>
              <p:spPr>
                <a:xfrm>
                  <a:off x="9527400" y="283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55" name="Rectangle 208"/>
                <p:cNvSpPr/>
                <p:nvPr/>
              </p:nvSpPr>
              <p:spPr>
                <a:xfrm>
                  <a:off x="8767080" y="-468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56" name="Rectangle 209"/>
                <p:cNvSpPr/>
                <p:nvPr/>
              </p:nvSpPr>
              <p:spPr>
                <a:xfrm>
                  <a:off x="9146880" y="-468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57" name="Rectangle 210"/>
                <p:cNvSpPr/>
                <p:nvPr/>
              </p:nvSpPr>
              <p:spPr>
                <a:xfrm>
                  <a:off x="9527400" y="-468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58" name="Rectangle 211"/>
                <p:cNvSpPr/>
                <p:nvPr/>
              </p:nvSpPr>
              <p:spPr>
                <a:xfrm>
                  <a:off x="8766000" y="571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59" name="Rectangle 212"/>
                <p:cNvSpPr/>
                <p:nvPr/>
              </p:nvSpPr>
              <p:spPr>
                <a:xfrm>
                  <a:off x="9145800" y="571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60" name="Rectangle 213"/>
                <p:cNvSpPr/>
                <p:nvPr/>
              </p:nvSpPr>
              <p:spPr>
                <a:xfrm>
                  <a:off x="9531000" y="571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561" name="Group 214"/>
            <p:cNvGrpSpPr/>
            <p:nvPr/>
          </p:nvGrpSpPr>
          <p:grpSpPr>
            <a:xfrm>
              <a:off x="7621200" y="-7560"/>
              <a:ext cx="1144800" cy="863280"/>
              <a:chOff x="7621200" y="-7560"/>
              <a:chExt cx="1144800" cy="863280"/>
            </a:xfrm>
          </p:grpSpPr>
          <p:sp>
            <p:nvSpPr>
              <p:cNvPr id="562" name="Rectangle 215"/>
              <p:cNvSpPr/>
              <p:nvPr/>
            </p:nvSpPr>
            <p:spPr>
              <a:xfrm>
                <a:off x="7621200" y="-7560"/>
                <a:ext cx="1143720" cy="86328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563" name="Group 216"/>
              <p:cNvGrpSpPr/>
              <p:nvPr/>
            </p:nvGrpSpPr>
            <p:grpSpPr>
              <a:xfrm>
                <a:off x="7624080" y="-7560"/>
                <a:ext cx="1141920" cy="863280"/>
                <a:chOff x="7624080" y="-7560"/>
                <a:chExt cx="1141920" cy="863280"/>
              </a:xfrm>
            </p:grpSpPr>
            <p:sp>
              <p:nvSpPr>
                <p:cNvPr id="564" name="Rectangle 217"/>
                <p:cNvSpPr/>
                <p:nvPr/>
              </p:nvSpPr>
              <p:spPr>
                <a:xfrm>
                  <a:off x="7625160" y="28044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65" name="Rectangle 218"/>
                <p:cNvSpPr/>
                <p:nvPr/>
              </p:nvSpPr>
              <p:spPr>
                <a:xfrm>
                  <a:off x="8004960" y="2804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66" name="Rectangle 219"/>
                <p:cNvSpPr/>
                <p:nvPr/>
              </p:nvSpPr>
              <p:spPr>
                <a:xfrm>
                  <a:off x="8385120" y="28044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67" name="Rectangle 220"/>
                <p:cNvSpPr/>
                <p:nvPr/>
              </p:nvSpPr>
              <p:spPr>
                <a:xfrm>
                  <a:off x="7625160" y="-756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68" name="Rectangle 221"/>
                <p:cNvSpPr/>
                <p:nvPr/>
              </p:nvSpPr>
              <p:spPr>
                <a:xfrm>
                  <a:off x="8004960" y="-756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69" name="Rectangle 222"/>
                <p:cNvSpPr/>
                <p:nvPr/>
              </p:nvSpPr>
              <p:spPr>
                <a:xfrm>
                  <a:off x="8385120" y="-756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70" name="Rectangle 223"/>
                <p:cNvSpPr/>
                <p:nvPr/>
              </p:nvSpPr>
              <p:spPr>
                <a:xfrm>
                  <a:off x="7624080" y="56844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71" name="Rectangle 224"/>
                <p:cNvSpPr/>
                <p:nvPr/>
              </p:nvSpPr>
              <p:spPr>
                <a:xfrm>
                  <a:off x="8003880" y="568440"/>
                  <a:ext cx="380880" cy="287280"/>
                </a:xfrm>
                <a:prstGeom prst="rect">
                  <a:avLst/>
                </a:prstGeom>
                <a:solidFill>
                  <a:schemeClr val="dk2">
                    <a:lumMod val="60000"/>
                    <a:lumOff val="40000"/>
                    <a:alpha val="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72" name="Rectangle 225"/>
                <p:cNvSpPr/>
                <p:nvPr/>
              </p:nvSpPr>
              <p:spPr>
                <a:xfrm>
                  <a:off x="8384400" y="56844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573" name="Group 226"/>
            <p:cNvGrpSpPr/>
            <p:nvPr/>
          </p:nvGrpSpPr>
          <p:grpSpPr>
            <a:xfrm>
              <a:off x="6479640" y="-7560"/>
              <a:ext cx="1145160" cy="863280"/>
              <a:chOff x="6479640" y="-7560"/>
              <a:chExt cx="1145160" cy="863280"/>
            </a:xfrm>
          </p:grpSpPr>
          <p:sp>
            <p:nvSpPr>
              <p:cNvPr id="574" name="Rectangle 227"/>
              <p:cNvSpPr/>
              <p:nvPr/>
            </p:nvSpPr>
            <p:spPr>
              <a:xfrm>
                <a:off x="6479640" y="-7560"/>
                <a:ext cx="1143720" cy="86328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575" name="Group 228"/>
              <p:cNvGrpSpPr/>
              <p:nvPr/>
            </p:nvGrpSpPr>
            <p:grpSpPr>
              <a:xfrm>
                <a:off x="6482520" y="-7560"/>
                <a:ext cx="1142280" cy="863280"/>
                <a:chOff x="6482520" y="-7560"/>
                <a:chExt cx="1142280" cy="863280"/>
              </a:xfrm>
            </p:grpSpPr>
            <p:sp>
              <p:nvSpPr>
                <p:cNvPr id="576" name="Rectangle 229"/>
                <p:cNvSpPr/>
                <p:nvPr/>
              </p:nvSpPr>
              <p:spPr>
                <a:xfrm>
                  <a:off x="6483600" y="2804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48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77" name="Rectangle 230"/>
                <p:cNvSpPr/>
                <p:nvPr/>
              </p:nvSpPr>
              <p:spPr>
                <a:xfrm>
                  <a:off x="6863400" y="2804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29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78" name="Rectangle 231"/>
                <p:cNvSpPr/>
                <p:nvPr/>
              </p:nvSpPr>
              <p:spPr>
                <a:xfrm>
                  <a:off x="7243920" y="2804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1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79" name="Rectangle 232"/>
                <p:cNvSpPr/>
                <p:nvPr/>
              </p:nvSpPr>
              <p:spPr>
                <a:xfrm>
                  <a:off x="6483600" y="-756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80" name="Rectangle 233"/>
                <p:cNvSpPr/>
                <p:nvPr/>
              </p:nvSpPr>
              <p:spPr>
                <a:xfrm>
                  <a:off x="6863400" y="-756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3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81" name="Rectangle 234"/>
                <p:cNvSpPr/>
                <p:nvPr/>
              </p:nvSpPr>
              <p:spPr>
                <a:xfrm>
                  <a:off x="7243920" y="-756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  <a:alpha val="27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82" name="Rectangle 235"/>
                <p:cNvSpPr/>
                <p:nvPr/>
              </p:nvSpPr>
              <p:spPr>
                <a:xfrm>
                  <a:off x="6482520" y="5684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6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83" name="Rectangle 236"/>
                <p:cNvSpPr/>
                <p:nvPr/>
              </p:nvSpPr>
              <p:spPr>
                <a:xfrm>
                  <a:off x="6862320" y="56844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84" name="Rectangle 237"/>
                <p:cNvSpPr/>
                <p:nvPr/>
              </p:nvSpPr>
              <p:spPr>
                <a:xfrm>
                  <a:off x="7242840" y="5684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7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585" name="Group 240"/>
            <p:cNvGrpSpPr/>
            <p:nvPr/>
          </p:nvGrpSpPr>
          <p:grpSpPr>
            <a:xfrm>
              <a:off x="5332320" y="-5760"/>
              <a:ext cx="1145520" cy="863280"/>
              <a:chOff x="5332320" y="-5760"/>
              <a:chExt cx="1145520" cy="863280"/>
            </a:xfrm>
          </p:grpSpPr>
          <p:sp>
            <p:nvSpPr>
              <p:cNvPr id="586" name="Rectangle 289"/>
              <p:cNvSpPr/>
              <p:nvPr/>
            </p:nvSpPr>
            <p:spPr>
              <a:xfrm>
                <a:off x="5332680" y="-5760"/>
                <a:ext cx="1143720" cy="86328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587" name="Group 290"/>
              <p:cNvGrpSpPr/>
              <p:nvPr/>
            </p:nvGrpSpPr>
            <p:grpSpPr>
              <a:xfrm>
                <a:off x="5332320" y="-5760"/>
                <a:ext cx="1145520" cy="863280"/>
                <a:chOff x="5332320" y="-5760"/>
                <a:chExt cx="1145520" cy="863280"/>
              </a:xfrm>
            </p:grpSpPr>
            <p:sp>
              <p:nvSpPr>
                <p:cNvPr id="588" name="Rectangle 291"/>
                <p:cNvSpPr/>
                <p:nvPr/>
              </p:nvSpPr>
              <p:spPr>
                <a:xfrm>
                  <a:off x="5332320" y="2822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89" name="Rectangle 292"/>
                <p:cNvSpPr/>
                <p:nvPr/>
              </p:nvSpPr>
              <p:spPr>
                <a:xfrm>
                  <a:off x="5712120" y="2822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90" name="Rectangle 293"/>
                <p:cNvSpPr/>
                <p:nvPr/>
              </p:nvSpPr>
              <p:spPr>
                <a:xfrm>
                  <a:off x="6092280" y="2822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91" name="Rectangle 294"/>
                <p:cNvSpPr/>
                <p:nvPr/>
              </p:nvSpPr>
              <p:spPr>
                <a:xfrm>
                  <a:off x="5336640" y="-576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92" name="Rectangle 295"/>
                <p:cNvSpPr/>
                <p:nvPr/>
              </p:nvSpPr>
              <p:spPr>
                <a:xfrm>
                  <a:off x="5716440" y="-576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93" name="Rectangle 296"/>
                <p:cNvSpPr/>
                <p:nvPr/>
              </p:nvSpPr>
              <p:spPr>
                <a:xfrm>
                  <a:off x="6096960" y="-576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94" name="Rectangle 297"/>
                <p:cNvSpPr/>
                <p:nvPr/>
              </p:nvSpPr>
              <p:spPr>
                <a:xfrm>
                  <a:off x="5335560" y="57024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95" name="Rectangle 298"/>
                <p:cNvSpPr/>
                <p:nvPr/>
              </p:nvSpPr>
              <p:spPr>
                <a:xfrm>
                  <a:off x="5715360" y="57024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596" name="Rectangle 299"/>
                <p:cNvSpPr/>
                <p:nvPr/>
              </p:nvSpPr>
              <p:spPr>
                <a:xfrm>
                  <a:off x="6095880" y="570240"/>
                  <a:ext cx="380880" cy="287280"/>
                </a:xfrm>
                <a:prstGeom prst="rect">
                  <a:avLst/>
                </a:prstGeom>
                <a:solidFill>
                  <a:schemeClr val="dk2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597" name="Group 241"/>
            <p:cNvGrpSpPr/>
            <p:nvPr/>
          </p:nvGrpSpPr>
          <p:grpSpPr>
            <a:xfrm>
              <a:off x="4188240" y="-8280"/>
              <a:ext cx="1145160" cy="863280"/>
              <a:chOff x="4188240" y="-8280"/>
              <a:chExt cx="1145160" cy="863280"/>
            </a:xfrm>
          </p:grpSpPr>
          <p:sp>
            <p:nvSpPr>
              <p:cNvPr id="598" name="Rectangle 278"/>
              <p:cNvSpPr/>
              <p:nvPr/>
            </p:nvSpPr>
            <p:spPr>
              <a:xfrm>
                <a:off x="4188240" y="-8280"/>
                <a:ext cx="1143720" cy="86328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599" name="Group 279"/>
              <p:cNvGrpSpPr/>
              <p:nvPr/>
            </p:nvGrpSpPr>
            <p:grpSpPr>
              <a:xfrm>
                <a:off x="4191120" y="-8280"/>
                <a:ext cx="1142280" cy="863280"/>
                <a:chOff x="4191120" y="-8280"/>
                <a:chExt cx="1142280" cy="863280"/>
              </a:xfrm>
            </p:grpSpPr>
            <p:sp>
              <p:nvSpPr>
                <p:cNvPr id="600" name="Rectangle 280"/>
                <p:cNvSpPr/>
                <p:nvPr/>
              </p:nvSpPr>
              <p:spPr>
                <a:xfrm>
                  <a:off x="4192200" y="27972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01" name="Rectangle 281"/>
                <p:cNvSpPr/>
                <p:nvPr/>
              </p:nvSpPr>
              <p:spPr>
                <a:xfrm>
                  <a:off x="4572000" y="27972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02" name="Rectangle 282"/>
                <p:cNvSpPr/>
                <p:nvPr/>
              </p:nvSpPr>
              <p:spPr>
                <a:xfrm>
                  <a:off x="4952520" y="27972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03" name="Rectangle 283"/>
                <p:cNvSpPr/>
                <p:nvPr/>
              </p:nvSpPr>
              <p:spPr>
                <a:xfrm>
                  <a:off x="4192200" y="-828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04" name="Rectangle 284"/>
                <p:cNvSpPr/>
                <p:nvPr/>
              </p:nvSpPr>
              <p:spPr>
                <a:xfrm>
                  <a:off x="4572000" y="-828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05" name="Rectangle 285"/>
                <p:cNvSpPr/>
                <p:nvPr/>
              </p:nvSpPr>
              <p:spPr>
                <a:xfrm>
                  <a:off x="4952520" y="-828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06" name="Rectangle 286"/>
                <p:cNvSpPr/>
                <p:nvPr/>
              </p:nvSpPr>
              <p:spPr>
                <a:xfrm>
                  <a:off x="4191120" y="56772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07" name="Rectangle 287"/>
                <p:cNvSpPr/>
                <p:nvPr/>
              </p:nvSpPr>
              <p:spPr>
                <a:xfrm>
                  <a:off x="4570920" y="56772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08" name="Rectangle 288"/>
                <p:cNvSpPr/>
                <p:nvPr/>
              </p:nvSpPr>
              <p:spPr>
                <a:xfrm>
                  <a:off x="4951440" y="56772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609" name="Group 242"/>
            <p:cNvGrpSpPr/>
            <p:nvPr/>
          </p:nvGrpSpPr>
          <p:grpSpPr>
            <a:xfrm>
              <a:off x="3042720" y="-5760"/>
              <a:ext cx="1148400" cy="863280"/>
              <a:chOff x="3042720" y="-5760"/>
              <a:chExt cx="1148400" cy="863280"/>
            </a:xfrm>
          </p:grpSpPr>
          <p:sp>
            <p:nvSpPr>
              <p:cNvPr id="610" name="Rectangle 267"/>
              <p:cNvSpPr/>
              <p:nvPr/>
            </p:nvSpPr>
            <p:spPr>
              <a:xfrm>
                <a:off x="3042720" y="-5760"/>
                <a:ext cx="1143720" cy="86328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611" name="Group 268"/>
              <p:cNvGrpSpPr/>
              <p:nvPr/>
            </p:nvGrpSpPr>
            <p:grpSpPr>
              <a:xfrm>
                <a:off x="3045600" y="-5760"/>
                <a:ext cx="1145520" cy="863280"/>
                <a:chOff x="3045600" y="-5760"/>
                <a:chExt cx="1145520" cy="863280"/>
              </a:xfrm>
            </p:grpSpPr>
            <p:sp>
              <p:nvSpPr>
                <p:cNvPr id="612" name="Rectangle 269"/>
                <p:cNvSpPr/>
                <p:nvPr/>
              </p:nvSpPr>
              <p:spPr>
                <a:xfrm>
                  <a:off x="3046680" y="282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13" name="Rectangle 270"/>
                <p:cNvSpPr/>
                <p:nvPr/>
              </p:nvSpPr>
              <p:spPr>
                <a:xfrm>
                  <a:off x="3426120" y="2822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14" name="Rectangle 271"/>
                <p:cNvSpPr/>
                <p:nvPr/>
              </p:nvSpPr>
              <p:spPr>
                <a:xfrm>
                  <a:off x="3806640" y="282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15" name="Rectangle 272"/>
                <p:cNvSpPr/>
                <p:nvPr/>
              </p:nvSpPr>
              <p:spPr>
                <a:xfrm>
                  <a:off x="3046680" y="-576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16" name="Rectangle 273"/>
                <p:cNvSpPr/>
                <p:nvPr/>
              </p:nvSpPr>
              <p:spPr>
                <a:xfrm>
                  <a:off x="3426120" y="-576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17" name="Rectangle 274"/>
                <p:cNvSpPr/>
                <p:nvPr/>
              </p:nvSpPr>
              <p:spPr>
                <a:xfrm>
                  <a:off x="3806640" y="-576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18" name="Rectangle 275"/>
                <p:cNvSpPr/>
                <p:nvPr/>
              </p:nvSpPr>
              <p:spPr>
                <a:xfrm>
                  <a:off x="3045600" y="570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19" name="Rectangle 276"/>
                <p:cNvSpPr/>
                <p:nvPr/>
              </p:nvSpPr>
              <p:spPr>
                <a:xfrm>
                  <a:off x="3425040" y="570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20" name="Rectangle 277"/>
                <p:cNvSpPr/>
                <p:nvPr/>
              </p:nvSpPr>
              <p:spPr>
                <a:xfrm>
                  <a:off x="3810240" y="570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621" name="Group 243"/>
            <p:cNvGrpSpPr/>
            <p:nvPr/>
          </p:nvGrpSpPr>
          <p:grpSpPr>
            <a:xfrm>
              <a:off x="1900440" y="-8280"/>
              <a:ext cx="1145160" cy="863280"/>
              <a:chOff x="1900440" y="-8280"/>
              <a:chExt cx="1145160" cy="863280"/>
            </a:xfrm>
          </p:grpSpPr>
          <p:sp>
            <p:nvSpPr>
              <p:cNvPr id="622" name="Rectangle 256"/>
              <p:cNvSpPr/>
              <p:nvPr/>
            </p:nvSpPr>
            <p:spPr>
              <a:xfrm>
                <a:off x="1900440" y="-8280"/>
                <a:ext cx="1143720" cy="86328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623" name="Group 257"/>
              <p:cNvGrpSpPr/>
              <p:nvPr/>
            </p:nvGrpSpPr>
            <p:grpSpPr>
              <a:xfrm>
                <a:off x="1903320" y="-8280"/>
                <a:ext cx="1142280" cy="863280"/>
                <a:chOff x="1903320" y="-8280"/>
                <a:chExt cx="1142280" cy="863280"/>
              </a:xfrm>
            </p:grpSpPr>
            <p:sp>
              <p:nvSpPr>
                <p:cNvPr id="624" name="Rectangle 258"/>
                <p:cNvSpPr/>
                <p:nvPr/>
              </p:nvSpPr>
              <p:spPr>
                <a:xfrm>
                  <a:off x="1904400" y="27972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25" name="Rectangle 259"/>
                <p:cNvSpPr/>
                <p:nvPr/>
              </p:nvSpPr>
              <p:spPr>
                <a:xfrm>
                  <a:off x="2284200" y="27972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26" name="Rectangle 260"/>
                <p:cNvSpPr/>
                <p:nvPr/>
              </p:nvSpPr>
              <p:spPr>
                <a:xfrm>
                  <a:off x="2664720" y="27972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27" name="Rectangle 261"/>
                <p:cNvSpPr/>
                <p:nvPr/>
              </p:nvSpPr>
              <p:spPr>
                <a:xfrm>
                  <a:off x="1904400" y="-828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28" name="Rectangle 262"/>
                <p:cNvSpPr/>
                <p:nvPr/>
              </p:nvSpPr>
              <p:spPr>
                <a:xfrm>
                  <a:off x="2284200" y="-828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29" name="Rectangle 263"/>
                <p:cNvSpPr/>
                <p:nvPr/>
              </p:nvSpPr>
              <p:spPr>
                <a:xfrm>
                  <a:off x="2664720" y="-828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30" name="Rectangle 264"/>
                <p:cNvSpPr/>
                <p:nvPr/>
              </p:nvSpPr>
              <p:spPr>
                <a:xfrm>
                  <a:off x="1903320" y="56772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31" name="Rectangle 265"/>
                <p:cNvSpPr/>
                <p:nvPr/>
              </p:nvSpPr>
              <p:spPr>
                <a:xfrm>
                  <a:off x="2283120" y="567720"/>
                  <a:ext cx="380880" cy="287280"/>
                </a:xfrm>
                <a:prstGeom prst="rect">
                  <a:avLst/>
                </a:prstGeom>
                <a:solidFill>
                  <a:schemeClr val="dk2">
                    <a:lumMod val="60000"/>
                    <a:lumOff val="40000"/>
                    <a:alpha val="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632" name="Rectangle 266"/>
                <p:cNvSpPr/>
                <p:nvPr/>
              </p:nvSpPr>
              <p:spPr>
                <a:xfrm>
                  <a:off x="2663640" y="56772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633" name="Group 3"/>
            <p:cNvGrpSpPr/>
            <p:nvPr/>
          </p:nvGrpSpPr>
          <p:grpSpPr>
            <a:xfrm>
              <a:off x="762840" y="-8280"/>
              <a:ext cx="1141200" cy="866880"/>
              <a:chOff x="762840" y="-8280"/>
              <a:chExt cx="1141200" cy="866880"/>
            </a:xfrm>
          </p:grpSpPr>
          <p:sp>
            <p:nvSpPr>
              <p:cNvPr id="634" name="Rectangle 247"/>
              <p:cNvSpPr/>
              <p:nvPr/>
            </p:nvSpPr>
            <p:spPr>
              <a:xfrm>
                <a:off x="762840" y="279720"/>
                <a:ext cx="380880" cy="28728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48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635" name="Rectangle 248"/>
              <p:cNvSpPr/>
              <p:nvPr/>
            </p:nvSpPr>
            <p:spPr>
              <a:xfrm>
                <a:off x="1142640" y="279720"/>
                <a:ext cx="380880" cy="28728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636" name="Rectangle 249"/>
              <p:cNvSpPr/>
              <p:nvPr/>
            </p:nvSpPr>
            <p:spPr>
              <a:xfrm>
                <a:off x="1523160" y="279720"/>
                <a:ext cx="380880" cy="287280"/>
              </a:xfrm>
              <a:prstGeom prst="rect">
                <a:avLst/>
              </a:prstGeom>
              <a:solidFill>
                <a:schemeClr val="accent2">
                  <a:lumMod val="75000"/>
                  <a:alpha val="16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637" name="Rectangle 250"/>
              <p:cNvSpPr/>
              <p:nvPr/>
            </p:nvSpPr>
            <p:spPr>
              <a:xfrm>
                <a:off x="762840" y="-8280"/>
                <a:ext cx="380880" cy="28728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  <a:alpha val="4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638" name="Rectangle 251"/>
              <p:cNvSpPr/>
              <p:nvPr/>
            </p:nvSpPr>
            <p:spPr>
              <a:xfrm>
                <a:off x="1142640" y="-8280"/>
                <a:ext cx="380880" cy="28728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  <a:alpha val="23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639" name="Rectangle 252"/>
              <p:cNvSpPr/>
              <p:nvPr/>
            </p:nvSpPr>
            <p:spPr>
              <a:xfrm>
                <a:off x="1523160" y="-8280"/>
                <a:ext cx="380880" cy="28728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7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640" name="Rectangle 253"/>
              <p:cNvSpPr/>
              <p:nvPr/>
            </p:nvSpPr>
            <p:spPr>
              <a:xfrm>
                <a:off x="765720" y="571320"/>
                <a:ext cx="380880" cy="287280"/>
              </a:xfrm>
              <a:prstGeom prst="rect">
                <a:avLst/>
              </a:prstGeom>
              <a:solidFill>
                <a:schemeClr val="accent2">
                  <a:lumMod val="75000"/>
                  <a:alpha val="6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641" name="Rectangle 254"/>
              <p:cNvSpPr/>
              <p:nvPr/>
            </p:nvSpPr>
            <p:spPr>
              <a:xfrm>
                <a:off x="1141560" y="567720"/>
                <a:ext cx="380880" cy="2872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642" name="Rectangle 255"/>
              <p:cNvSpPr/>
              <p:nvPr/>
            </p:nvSpPr>
            <p:spPr>
              <a:xfrm>
                <a:off x="1522080" y="567720"/>
                <a:ext cx="380880" cy="287280"/>
              </a:xfrm>
              <a:prstGeom prst="rect">
                <a:avLst/>
              </a:prstGeom>
              <a:solidFill>
                <a:schemeClr val="accent6">
                  <a:lumMod val="75000"/>
                  <a:alpha val="57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</p:grpSp>
        <p:grpSp>
          <p:nvGrpSpPr>
            <p:cNvPr id="643" name="Group 351"/>
            <p:cNvGrpSpPr/>
            <p:nvPr/>
          </p:nvGrpSpPr>
          <p:grpSpPr>
            <a:xfrm>
              <a:off x="0" y="-5760"/>
              <a:ext cx="765720" cy="860400"/>
              <a:chOff x="0" y="-5760"/>
              <a:chExt cx="765720" cy="860400"/>
            </a:xfrm>
          </p:grpSpPr>
          <p:sp>
            <p:nvSpPr>
              <p:cNvPr id="644" name="Rectangle 353"/>
              <p:cNvSpPr/>
              <p:nvPr/>
            </p:nvSpPr>
            <p:spPr>
              <a:xfrm>
                <a:off x="0" y="281520"/>
                <a:ext cx="380880" cy="286200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  <a:alpha val="6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645" name="Rectangle 354"/>
              <p:cNvSpPr/>
              <p:nvPr/>
            </p:nvSpPr>
            <p:spPr>
              <a:xfrm>
                <a:off x="380520" y="281520"/>
                <a:ext cx="380880" cy="28620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  <a:alpha val="4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646" name="Rectangle 356"/>
              <p:cNvSpPr/>
              <p:nvPr/>
            </p:nvSpPr>
            <p:spPr>
              <a:xfrm>
                <a:off x="4680" y="-5760"/>
                <a:ext cx="380880" cy="2862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647" name="Rectangle 357"/>
              <p:cNvSpPr/>
              <p:nvPr/>
            </p:nvSpPr>
            <p:spPr>
              <a:xfrm>
                <a:off x="384840" y="-5760"/>
                <a:ext cx="380880" cy="28620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  <a:alpha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648" name="Rectangle 359"/>
              <p:cNvSpPr/>
              <p:nvPr/>
            </p:nvSpPr>
            <p:spPr>
              <a:xfrm>
                <a:off x="3600" y="568440"/>
                <a:ext cx="380880" cy="2862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649" name="Rectangle 360"/>
              <p:cNvSpPr/>
              <p:nvPr/>
            </p:nvSpPr>
            <p:spPr>
              <a:xfrm>
                <a:off x="383760" y="568440"/>
                <a:ext cx="380880" cy="286200"/>
              </a:xfrm>
              <a:prstGeom prst="rect">
                <a:avLst/>
              </a:prstGeom>
              <a:solidFill>
                <a:schemeClr val="dk2">
                  <a:lumMod val="75000"/>
                  <a:alpha val="2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</p:grpSp>
      </p:grpSp>
      <p:sp>
        <p:nvSpPr>
          <p:cNvPr id="650" name="Rectangle 482"/>
          <p:cNvSpPr/>
          <p:nvPr/>
        </p:nvSpPr>
        <p:spPr>
          <a:xfrm>
            <a:off x="11049480" y="6600600"/>
            <a:ext cx="1143360" cy="2545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1" name="Rectangle 487"/>
          <p:cNvSpPr/>
          <p:nvPr/>
        </p:nvSpPr>
        <p:spPr>
          <a:xfrm>
            <a:off x="11053440" y="659484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22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2" name="Rectangle 488"/>
          <p:cNvSpPr/>
          <p:nvPr/>
        </p:nvSpPr>
        <p:spPr>
          <a:xfrm>
            <a:off x="11432880" y="660060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3" name="Rectangle 489"/>
          <p:cNvSpPr/>
          <p:nvPr/>
        </p:nvSpPr>
        <p:spPr>
          <a:xfrm>
            <a:off x="11813400" y="660060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4" name="Rectangle 471"/>
          <p:cNvSpPr/>
          <p:nvPr/>
        </p:nvSpPr>
        <p:spPr>
          <a:xfrm>
            <a:off x="9905400" y="6598080"/>
            <a:ext cx="1143360" cy="254520"/>
          </a:xfrm>
          <a:prstGeom prst="rect">
            <a:avLst/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5" name="Rectangle 476"/>
          <p:cNvSpPr/>
          <p:nvPr/>
        </p:nvSpPr>
        <p:spPr>
          <a:xfrm>
            <a:off x="9909360" y="6598080"/>
            <a:ext cx="380520" cy="256680"/>
          </a:xfrm>
          <a:prstGeom prst="rect">
            <a:avLst/>
          </a:prstGeom>
          <a:solidFill>
            <a:schemeClr val="accent3">
              <a:lumMod val="20000"/>
              <a:lumOff val="80000"/>
              <a:alpha val="22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6" name="Rectangle 477"/>
          <p:cNvSpPr/>
          <p:nvPr/>
        </p:nvSpPr>
        <p:spPr>
          <a:xfrm>
            <a:off x="10289520" y="668160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7" name="Rectangle 478"/>
          <p:cNvSpPr/>
          <p:nvPr/>
        </p:nvSpPr>
        <p:spPr>
          <a:xfrm>
            <a:off x="10668960" y="6598080"/>
            <a:ext cx="380520" cy="256680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8" name="Rectangle 460"/>
          <p:cNvSpPr/>
          <p:nvPr/>
        </p:nvSpPr>
        <p:spPr>
          <a:xfrm>
            <a:off x="8760240" y="6600600"/>
            <a:ext cx="1143360" cy="2545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9" name="Rectangle 465"/>
          <p:cNvSpPr/>
          <p:nvPr/>
        </p:nvSpPr>
        <p:spPr>
          <a:xfrm>
            <a:off x="8763840" y="6594840"/>
            <a:ext cx="380520" cy="256680"/>
          </a:xfrm>
          <a:prstGeom prst="rect">
            <a:avLst/>
          </a:prstGeom>
          <a:solidFill>
            <a:schemeClr val="accent2">
              <a:lumMod val="75000"/>
              <a:alpha val="46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0" name="Rectangle 466"/>
          <p:cNvSpPr/>
          <p:nvPr/>
        </p:nvSpPr>
        <p:spPr>
          <a:xfrm>
            <a:off x="9150840" y="6594840"/>
            <a:ext cx="380520" cy="256680"/>
          </a:xfrm>
          <a:prstGeom prst="rect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1" name="Rectangle 467"/>
          <p:cNvSpPr/>
          <p:nvPr/>
        </p:nvSpPr>
        <p:spPr>
          <a:xfrm>
            <a:off x="9521280" y="6597000"/>
            <a:ext cx="380520" cy="256680"/>
          </a:xfrm>
          <a:prstGeom prst="rect">
            <a:avLst/>
          </a:prstGeom>
          <a:solidFill>
            <a:schemeClr val="accent2">
              <a:lumMod val="40000"/>
              <a:lumOff val="60000"/>
              <a:alpha val="76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2" name="Rectangle 449"/>
          <p:cNvSpPr/>
          <p:nvPr/>
        </p:nvSpPr>
        <p:spPr>
          <a:xfrm>
            <a:off x="7618320" y="6598080"/>
            <a:ext cx="1143360" cy="2545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3" name="Rectangle 454"/>
          <p:cNvSpPr/>
          <p:nvPr/>
        </p:nvSpPr>
        <p:spPr>
          <a:xfrm>
            <a:off x="7622280" y="65980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3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4" name="Rectangle 455"/>
          <p:cNvSpPr/>
          <p:nvPr/>
        </p:nvSpPr>
        <p:spPr>
          <a:xfrm>
            <a:off x="8001720" y="659808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5" name="Rectangle 456"/>
          <p:cNvSpPr/>
          <p:nvPr/>
        </p:nvSpPr>
        <p:spPr>
          <a:xfrm>
            <a:off x="8382240" y="65980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6" name="Rectangle 438"/>
          <p:cNvSpPr/>
          <p:nvPr/>
        </p:nvSpPr>
        <p:spPr>
          <a:xfrm>
            <a:off x="6477480" y="6598080"/>
            <a:ext cx="1143360" cy="2545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7" name="Rectangle 443"/>
          <p:cNvSpPr/>
          <p:nvPr/>
        </p:nvSpPr>
        <p:spPr>
          <a:xfrm>
            <a:off x="6481440" y="6598080"/>
            <a:ext cx="380520" cy="256680"/>
          </a:xfrm>
          <a:prstGeom prst="rect">
            <a:avLst/>
          </a:prstGeom>
          <a:solidFill>
            <a:schemeClr val="accent4">
              <a:lumMod val="40000"/>
              <a:lumOff val="60000"/>
              <a:alpha val="4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8" name="Rectangle 444"/>
          <p:cNvSpPr/>
          <p:nvPr/>
        </p:nvSpPr>
        <p:spPr>
          <a:xfrm>
            <a:off x="6860880" y="6598080"/>
            <a:ext cx="380520" cy="256680"/>
          </a:xfrm>
          <a:prstGeom prst="rect">
            <a:avLst/>
          </a:prstGeom>
          <a:solidFill>
            <a:schemeClr val="accent4">
              <a:lumMod val="40000"/>
              <a:lumOff val="60000"/>
              <a:alpha val="23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9" name="Rectangle 445"/>
          <p:cNvSpPr/>
          <p:nvPr/>
        </p:nvSpPr>
        <p:spPr>
          <a:xfrm>
            <a:off x="7241040" y="6598080"/>
            <a:ext cx="380520" cy="256680"/>
          </a:xfrm>
          <a:prstGeom prst="rect">
            <a:avLst/>
          </a:prstGeom>
          <a:solidFill>
            <a:schemeClr val="accent4">
              <a:lumMod val="20000"/>
              <a:lumOff val="80000"/>
              <a:alpha val="27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0" name="Rectangle 422"/>
          <p:cNvSpPr/>
          <p:nvPr/>
        </p:nvSpPr>
        <p:spPr>
          <a:xfrm>
            <a:off x="5330880" y="6599880"/>
            <a:ext cx="1143360" cy="2545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1" name="Rectangle 427"/>
          <p:cNvSpPr/>
          <p:nvPr/>
        </p:nvSpPr>
        <p:spPr>
          <a:xfrm>
            <a:off x="5334840" y="65998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22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2" name="Rectangle 428"/>
          <p:cNvSpPr/>
          <p:nvPr/>
        </p:nvSpPr>
        <p:spPr>
          <a:xfrm>
            <a:off x="5714280" y="659988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3" name="Rectangle 429"/>
          <p:cNvSpPr/>
          <p:nvPr/>
        </p:nvSpPr>
        <p:spPr>
          <a:xfrm>
            <a:off x="6094800" y="65998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4" name="Rectangle 411"/>
          <p:cNvSpPr/>
          <p:nvPr/>
        </p:nvSpPr>
        <p:spPr>
          <a:xfrm>
            <a:off x="4186800" y="6597360"/>
            <a:ext cx="1143360" cy="254520"/>
          </a:xfrm>
          <a:prstGeom prst="rect">
            <a:avLst/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5" name="Rectangle 416"/>
          <p:cNvSpPr/>
          <p:nvPr/>
        </p:nvSpPr>
        <p:spPr>
          <a:xfrm>
            <a:off x="4190760" y="6597360"/>
            <a:ext cx="380520" cy="256680"/>
          </a:xfrm>
          <a:prstGeom prst="rect">
            <a:avLst/>
          </a:prstGeom>
          <a:solidFill>
            <a:schemeClr val="accent3">
              <a:lumMod val="20000"/>
              <a:lumOff val="80000"/>
              <a:alpha val="22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6" name="Rectangle 417"/>
          <p:cNvSpPr/>
          <p:nvPr/>
        </p:nvSpPr>
        <p:spPr>
          <a:xfrm>
            <a:off x="4570200" y="659736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7" name="Rectangle 418"/>
          <p:cNvSpPr/>
          <p:nvPr/>
        </p:nvSpPr>
        <p:spPr>
          <a:xfrm>
            <a:off x="4950360" y="6597360"/>
            <a:ext cx="380520" cy="256680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8" name="Rectangle 400"/>
          <p:cNvSpPr/>
          <p:nvPr/>
        </p:nvSpPr>
        <p:spPr>
          <a:xfrm>
            <a:off x="3041640" y="6599880"/>
            <a:ext cx="1143360" cy="2545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9" name="Rectangle 405"/>
          <p:cNvSpPr/>
          <p:nvPr/>
        </p:nvSpPr>
        <p:spPr>
          <a:xfrm>
            <a:off x="3045240" y="6599880"/>
            <a:ext cx="380520" cy="256680"/>
          </a:xfrm>
          <a:prstGeom prst="rect">
            <a:avLst/>
          </a:prstGeom>
          <a:solidFill>
            <a:schemeClr val="accent2">
              <a:lumMod val="75000"/>
              <a:alpha val="46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0" name="Rectangle 406"/>
          <p:cNvSpPr/>
          <p:nvPr/>
        </p:nvSpPr>
        <p:spPr>
          <a:xfrm>
            <a:off x="3425040" y="6599880"/>
            <a:ext cx="380520" cy="256680"/>
          </a:xfrm>
          <a:prstGeom prst="rect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1" name="Rectangle 407"/>
          <p:cNvSpPr/>
          <p:nvPr/>
        </p:nvSpPr>
        <p:spPr>
          <a:xfrm>
            <a:off x="3805200" y="6599880"/>
            <a:ext cx="380520" cy="256680"/>
          </a:xfrm>
          <a:prstGeom prst="rect">
            <a:avLst/>
          </a:prstGeom>
          <a:solidFill>
            <a:schemeClr val="accent2">
              <a:lumMod val="40000"/>
              <a:lumOff val="60000"/>
              <a:alpha val="76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2" name="Rectangle 389"/>
          <p:cNvSpPr/>
          <p:nvPr/>
        </p:nvSpPr>
        <p:spPr>
          <a:xfrm>
            <a:off x="1899720" y="6597360"/>
            <a:ext cx="1143360" cy="2545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3" name="Rectangle 394"/>
          <p:cNvSpPr/>
          <p:nvPr/>
        </p:nvSpPr>
        <p:spPr>
          <a:xfrm>
            <a:off x="1903680" y="659736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3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4" name="Rectangle 395"/>
          <p:cNvSpPr/>
          <p:nvPr/>
        </p:nvSpPr>
        <p:spPr>
          <a:xfrm>
            <a:off x="2283120" y="659736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5" name="Rectangle 396"/>
          <p:cNvSpPr/>
          <p:nvPr/>
        </p:nvSpPr>
        <p:spPr>
          <a:xfrm>
            <a:off x="2663640" y="659736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6" name="Rectangle 378"/>
          <p:cNvSpPr/>
          <p:nvPr/>
        </p:nvSpPr>
        <p:spPr>
          <a:xfrm>
            <a:off x="758880" y="6597360"/>
            <a:ext cx="1143360" cy="25668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7" name="Rectangle 383"/>
          <p:cNvSpPr/>
          <p:nvPr/>
        </p:nvSpPr>
        <p:spPr>
          <a:xfrm>
            <a:off x="762840" y="6597360"/>
            <a:ext cx="380520" cy="256680"/>
          </a:xfrm>
          <a:prstGeom prst="rect">
            <a:avLst/>
          </a:prstGeom>
          <a:solidFill>
            <a:schemeClr val="accent4">
              <a:lumMod val="40000"/>
              <a:lumOff val="60000"/>
              <a:alpha val="4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8" name="Rectangle 384"/>
          <p:cNvSpPr/>
          <p:nvPr/>
        </p:nvSpPr>
        <p:spPr>
          <a:xfrm>
            <a:off x="1142280" y="6597360"/>
            <a:ext cx="380520" cy="256680"/>
          </a:xfrm>
          <a:prstGeom prst="rect">
            <a:avLst/>
          </a:prstGeom>
          <a:solidFill>
            <a:schemeClr val="accent4">
              <a:lumMod val="40000"/>
              <a:lumOff val="60000"/>
              <a:alpha val="23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9" name="Rectangle 385"/>
          <p:cNvSpPr/>
          <p:nvPr/>
        </p:nvSpPr>
        <p:spPr>
          <a:xfrm>
            <a:off x="1522440" y="6597360"/>
            <a:ext cx="380520" cy="256680"/>
          </a:xfrm>
          <a:prstGeom prst="rect">
            <a:avLst/>
          </a:prstGeom>
          <a:solidFill>
            <a:schemeClr val="accent4">
              <a:lumMod val="20000"/>
              <a:lumOff val="80000"/>
              <a:alpha val="27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0" name="Rectangle 365"/>
          <p:cNvSpPr/>
          <p:nvPr/>
        </p:nvSpPr>
        <p:spPr>
          <a:xfrm>
            <a:off x="0" y="6599880"/>
            <a:ext cx="764280" cy="25416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1" name="Rectangle 369"/>
          <p:cNvSpPr/>
          <p:nvPr/>
        </p:nvSpPr>
        <p:spPr>
          <a:xfrm>
            <a:off x="4680" y="659988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2" name="Rectangle 370"/>
          <p:cNvSpPr/>
          <p:nvPr/>
        </p:nvSpPr>
        <p:spPr>
          <a:xfrm>
            <a:off x="384840" y="65998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3" name="PlaceHolder 1"/>
          <p:cNvSpPr>
            <a:spLocks noGrp="1"/>
          </p:cNvSpPr>
          <p:nvPr>
            <p:ph type="title"/>
          </p:nvPr>
        </p:nvSpPr>
        <p:spPr>
          <a:xfrm>
            <a:off x="2676600" y="510840"/>
            <a:ext cx="6749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PlaceHolder 2"/>
          <p:cNvSpPr>
            <a:spLocks noGrp="1"/>
          </p:cNvSpPr>
          <p:nvPr>
            <p:ph type="body"/>
          </p:nvPr>
        </p:nvSpPr>
        <p:spPr>
          <a:xfrm>
            <a:off x="609480" y="1340640"/>
            <a:ext cx="10972080" cy="460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vert="eaVer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PlaceHolder 3"/>
          <p:cNvSpPr>
            <a:spLocks noGrp="1"/>
          </p:cNvSpPr>
          <p:nvPr>
            <p:ph type="ftr" idx="7"/>
          </p:nvPr>
        </p:nvSpPr>
        <p:spPr>
          <a:xfrm>
            <a:off x="7758720" y="6132960"/>
            <a:ext cx="38599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" name="PlaceHolder 4"/>
          <p:cNvSpPr>
            <a:spLocks noGrp="1"/>
          </p:cNvSpPr>
          <p:nvPr>
            <p:ph type="sldNum" idx="8"/>
          </p:nvPr>
        </p:nvSpPr>
        <p:spPr>
          <a:xfrm>
            <a:off x="5190480" y="6132960"/>
            <a:ext cx="951840" cy="36432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4AB94BB8-81EA-439F-8E40-AD4ED042F7FE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&lt;numero&gt;</a:t>
            </a:fld>
            <a:endParaRPr b="0" lang="it-IT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7" name="PlaceHolder 5"/>
          <p:cNvSpPr>
            <a:spLocks noGrp="1"/>
          </p:cNvSpPr>
          <p:nvPr>
            <p:ph type="dt" idx="9"/>
          </p:nvPr>
        </p:nvSpPr>
        <p:spPr>
          <a:xfrm>
            <a:off x="607320" y="6109560"/>
            <a:ext cx="2844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Rectangle 245"/>
          <p:cNvSpPr/>
          <p:nvPr/>
        </p:nvSpPr>
        <p:spPr>
          <a:xfrm>
            <a:off x="759240" y="-8280"/>
            <a:ext cx="1143720" cy="86328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1" name="Rectangle 350"/>
          <p:cNvSpPr/>
          <p:nvPr/>
        </p:nvSpPr>
        <p:spPr>
          <a:xfrm>
            <a:off x="0" y="-5760"/>
            <a:ext cx="764640" cy="8632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702" name="Group 6"/>
          <p:cNvGrpSpPr/>
          <p:nvPr/>
        </p:nvGrpSpPr>
        <p:grpSpPr>
          <a:xfrm>
            <a:off x="0" y="-8280"/>
            <a:ext cx="12198600" cy="866880"/>
            <a:chOff x="0" y="-8280"/>
            <a:chExt cx="12198600" cy="866880"/>
          </a:xfrm>
        </p:grpSpPr>
        <p:grpSp>
          <p:nvGrpSpPr>
            <p:cNvPr id="703" name="Group 112"/>
            <p:cNvGrpSpPr/>
            <p:nvPr/>
          </p:nvGrpSpPr>
          <p:grpSpPr>
            <a:xfrm>
              <a:off x="11053080" y="-4680"/>
              <a:ext cx="1145520" cy="859680"/>
              <a:chOff x="11053080" y="-4680"/>
              <a:chExt cx="1145520" cy="859680"/>
            </a:xfrm>
          </p:grpSpPr>
          <p:sp>
            <p:nvSpPr>
              <p:cNvPr id="704" name="Rectangle 5"/>
              <p:cNvSpPr/>
              <p:nvPr/>
            </p:nvSpPr>
            <p:spPr>
              <a:xfrm>
                <a:off x="11053440" y="-4680"/>
                <a:ext cx="1143720" cy="85968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705" name="Group 4"/>
              <p:cNvGrpSpPr/>
              <p:nvPr/>
            </p:nvGrpSpPr>
            <p:grpSpPr>
              <a:xfrm>
                <a:off x="11053080" y="-4680"/>
                <a:ext cx="1145520" cy="859680"/>
                <a:chOff x="11053080" y="-4680"/>
                <a:chExt cx="1145520" cy="859680"/>
              </a:xfrm>
            </p:grpSpPr>
            <p:sp>
              <p:nvSpPr>
                <p:cNvPr id="706" name="Rectangle 157"/>
                <p:cNvSpPr/>
                <p:nvPr/>
              </p:nvSpPr>
              <p:spPr>
                <a:xfrm>
                  <a:off x="11053080" y="281880"/>
                  <a:ext cx="380880" cy="28620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07" name="Rectangle 158"/>
                <p:cNvSpPr/>
                <p:nvPr/>
              </p:nvSpPr>
              <p:spPr>
                <a:xfrm>
                  <a:off x="11432520" y="281880"/>
                  <a:ext cx="380880" cy="28620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08" name="Rectangle 159"/>
                <p:cNvSpPr/>
                <p:nvPr/>
              </p:nvSpPr>
              <p:spPr>
                <a:xfrm>
                  <a:off x="11813040" y="281880"/>
                  <a:ext cx="380880" cy="28620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09" name="Rectangle 160"/>
                <p:cNvSpPr/>
                <p:nvPr/>
              </p:nvSpPr>
              <p:spPr>
                <a:xfrm>
                  <a:off x="11057400" y="-4680"/>
                  <a:ext cx="380880" cy="28620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10" name="Rectangle 161"/>
                <p:cNvSpPr/>
                <p:nvPr/>
              </p:nvSpPr>
              <p:spPr>
                <a:xfrm>
                  <a:off x="11437200" y="-4680"/>
                  <a:ext cx="380880" cy="2862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11" name="Rectangle 162"/>
                <p:cNvSpPr/>
                <p:nvPr/>
              </p:nvSpPr>
              <p:spPr>
                <a:xfrm>
                  <a:off x="11817720" y="-4680"/>
                  <a:ext cx="380880" cy="28620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12" name="Rectangle 163"/>
                <p:cNvSpPr/>
                <p:nvPr/>
              </p:nvSpPr>
              <p:spPr>
                <a:xfrm>
                  <a:off x="11056320" y="568800"/>
                  <a:ext cx="380880" cy="286200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13" name="Rectangle 164"/>
                <p:cNvSpPr/>
                <p:nvPr/>
              </p:nvSpPr>
              <p:spPr>
                <a:xfrm>
                  <a:off x="11436120" y="568800"/>
                  <a:ext cx="380880" cy="2862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14" name="Rectangle 165"/>
                <p:cNvSpPr/>
                <p:nvPr/>
              </p:nvSpPr>
              <p:spPr>
                <a:xfrm>
                  <a:off x="11816640" y="568800"/>
                  <a:ext cx="380880" cy="286200"/>
                </a:xfrm>
                <a:prstGeom prst="rect">
                  <a:avLst/>
                </a:prstGeom>
                <a:solidFill>
                  <a:schemeClr val="dk2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715" name="Group 190"/>
            <p:cNvGrpSpPr/>
            <p:nvPr/>
          </p:nvGrpSpPr>
          <p:grpSpPr>
            <a:xfrm>
              <a:off x="9909000" y="-7560"/>
              <a:ext cx="1144800" cy="863280"/>
              <a:chOff x="9909000" y="-7560"/>
              <a:chExt cx="1144800" cy="863280"/>
            </a:xfrm>
          </p:grpSpPr>
          <p:sp>
            <p:nvSpPr>
              <p:cNvPr id="716" name="Rectangle 191"/>
              <p:cNvSpPr/>
              <p:nvPr/>
            </p:nvSpPr>
            <p:spPr>
              <a:xfrm>
                <a:off x="9909000" y="-7560"/>
                <a:ext cx="1143720" cy="86328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717" name="Group 192"/>
              <p:cNvGrpSpPr/>
              <p:nvPr/>
            </p:nvGrpSpPr>
            <p:grpSpPr>
              <a:xfrm>
                <a:off x="9911880" y="-7560"/>
                <a:ext cx="1141920" cy="863280"/>
                <a:chOff x="9911880" y="-7560"/>
                <a:chExt cx="1141920" cy="863280"/>
              </a:xfrm>
            </p:grpSpPr>
            <p:sp>
              <p:nvSpPr>
                <p:cNvPr id="718" name="Rectangle 193"/>
                <p:cNvSpPr/>
                <p:nvPr/>
              </p:nvSpPr>
              <p:spPr>
                <a:xfrm>
                  <a:off x="9912960" y="2804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19" name="Rectangle 194"/>
                <p:cNvSpPr/>
                <p:nvPr/>
              </p:nvSpPr>
              <p:spPr>
                <a:xfrm>
                  <a:off x="10292400" y="2804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20" name="Rectangle 195"/>
                <p:cNvSpPr/>
                <p:nvPr/>
              </p:nvSpPr>
              <p:spPr>
                <a:xfrm>
                  <a:off x="10672920" y="2804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21" name="Rectangle 196"/>
                <p:cNvSpPr/>
                <p:nvPr/>
              </p:nvSpPr>
              <p:spPr>
                <a:xfrm>
                  <a:off x="9912960" y="-756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22" name="Rectangle 197"/>
                <p:cNvSpPr/>
                <p:nvPr/>
              </p:nvSpPr>
              <p:spPr>
                <a:xfrm>
                  <a:off x="10292400" y="-756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23" name="Rectangle 198"/>
                <p:cNvSpPr/>
                <p:nvPr/>
              </p:nvSpPr>
              <p:spPr>
                <a:xfrm>
                  <a:off x="10672920" y="-756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24" name="Rectangle 199"/>
                <p:cNvSpPr/>
                <p:nvPr/>
              </p:nvSpPr>
              <p:spPr>
                <a:xfrm>
                  <a:off x="9911880" y="56844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25" name="Rectangle 200"/>
                <p:cNvSpPr/>
                <p:nvPr/>
              </p:nvSpPr>
              <p:spPr>
                <a:xfrm>
                  <a:off x="10291680" y="56844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26" name="Rectangle 201"/>
                <p:cNvSpPr/>
                <p:nvPr/>
              </p:nvSpPr>
              <p:spPr>
                <a:xfrm>
                  <a:off x="10671840" y="56844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727" name="Group 202"/>
            <p:cNvGrpSpPr/>
            <p:nvPr/>
          </p:nvGrpSpPr>
          <p:grpSpPr>
            <a:xfrm>
              <a:off x="8763480" y="-4680"/>
              <a:ext cx="1148400" cy="863280"/>
              <a:chOff x="8763480" y="-4680"/>
              <a:chExt cx="1148400" cy="863280"/>
            </a:xfrm>
          </p:grpSpPr>
          <p:sp>
            <p:nvSpPr>
              <p:cNvPr id="728" name="Rectangle 203"/>
              <p:cNvSpPr/>
              <p:nvPr/>
            </p:nvSpPr>
            <p:spPr>
              <a:xfrm>
                <a:off x="8763480" y="-4680"/>
                <a:ext cx="1143720" cy="86328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729" name="Group 204"/>
              <p:cNvGrpSpPr/>
              <p:nvPr/>
            </p:nvGrpSpPr>
            <p:grpSpPr>
              <a:xfrm>
                <a:off x="8766000" y="-4680"/>
                <a:ext cx="1145880" cy="863280"/>
                <a:chOff x="8766000" y="-4680"/>
                <a:chExt cx="1145880" cy="863280"/>
              </a:xfrm>
            </p:grpSpPr>
            <p:sp>
              <p:nvSpPr>
                <p:cNvPr id="730" name="Rectangle 205"/>
                <p:cNvSpPr/>
                <p:nvPr/>
              </p:nvSpPr>
              <p:spPr>
                <a:xfrm>
                  <a:off x="8767080" y="283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31" name="Rectangle 206"/>
                <p:cNvSpPr/>
                <p:nvPr/>
              </p:nvSpPr>
              <p:spPr>
                <a:xfrm>
                  <a:off x="9146880" y="28332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32" name="Rectangle 207"/>
                <p:cNvSpPr/>
                <p:nvPr/>
              </p:nvSpPr>
              <p:spPr>
                <a:xfrm>
                  <a:off x="9527400" y="283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33" name="Rectangle 208"/>
                <p:cNvSpPr/>
                <p:nvPr/>
              </p:nvSpPr>
              <p:spPr>
                <a:xfrm>
                  <a:off x="8767080" y="-468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34" name="Rectangle 209"/>
                <p:cNvSpPr/>
                <p:nvPr/>
              </p:nvSpPr>
              <p:spPr>
                <a:xfrm>
                  <a:off x="9146880" y="-468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35" name="Rectangle 210"/>
                <p:cNvSpPr/>
                <p:nvPr/>
              </p:nvSpPr>
              <p:spPr>
                <a:xfrm>
                  <a:off x="9527400" y="-468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36" name="Rectangle 211"/>
                <p:cNvSpPr/>
                <p:nvPr/>
              </p:nvSpPr>
              <p:spPr>
                <a:xfrm>
                  <a:off x="8766000" y="571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37" name="Rectangle 212"/>
                <p:cNvSpPr/>
                <p:nvPr/>
              </p:nvSpPr>
              <p:spPr>
                <a:xfrm>
                  <a:off x="9145800" y="571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38" name="Rectangle 213"/>
                <p:cNvSpPr/>
                <p:nvPr/>
              </p:nvSpPr>
              <p:spPr>
                <a:xfrm>
                  <a:off x="9531000" y="571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739" name="Group 214"/>
            <p:cNvGrpSpPr/>
            <p:nvPr/>
          </p:nvGrpSpPr>
          <p:grpSpPr>
            <a:xfrm>
              <a:off x="7621200" y="-7560"/>
              <a:ext cx="1144800" cy="863280"/>
              <a:chOff x="7621200" y="-7560"/>
              <a:chExt cx="1144800" cy="863280"/>
            </a:xfrm>
          </p:grpSpPr>
          <p:sp>
            <p:nvSpPr>
              <p:cNvPr id="740" name="Rectangle 215"/>
              <p:cNvSpPr/>
              <p:nvPr/>
            </p:nvSpPr>
            <p:spPr>
              <a:xfrm>
                <a:off x="7621200" y="-7560"/>
                <a:ext cx="1143720" cy="86328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741" name="Group 216"/>
              <p:cNvGrpSpPr/>
              <p:nvPr/>
            </p:nvGrpSpPr>
            <p:grpSpPr>
              <a:xfrm>
                <a:off x="7624080" y="-7560"/>
                <a:ext cx="1141920" cy="863280"/>
                <a:chOff x="7624080" y="-7560"/>
                <a:chExt cx="1141920" cy="863280"/>
              </a:xfrm>
            </p:grpSpPr>
            <p:sp>
              <p:nvSpPr>
                <p:cNvPr id="742" name="Rectangle 217"/>
                <p:cNvSpPr/>
                <p:nvPr/>
              </p:nvSpPr>
              <p:spPr>
                <a:xfrm>
                  <a:off x="7625160" y="28044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43" name="Rectangle 218"/>
                <p:cNvSpPr/>
                <p:nvPr/>
              </p:nvSpPr>
              <p:spPr>
                <a:xfrm>
                  <a:off x="8004960" y="2804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44" name="Rectangle 219"/>
                <p:cNvSpPr/>
                <p:nvPr/>
              </p:nvSpPr>
              <p:spPr>
                <a:xfrm>
                  <a:off x="8385120" y="28044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45" name="Rectangle 220"/>
                <p:cNvSpPr/>
                <p:nvPr/>
              </p:nvSpPr>
              <p:spPr>
                <a:xfrm>
                  <a:off x="7625160" y="-756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46" name="Rectangle 221"/>
                <p:cNvSpPr/>
                <p:nvPr/>
              </p:nvSpPr>
              <p:spPr>
                <a:xfrm>
                  <a:off x="8004960" y="-756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47" name="Rectangle 222"/>
                <p:cNvSpPr/>
                <p:nvPr/>
              </p:nvSpPr>
              <p:spPr>
                <a:xfrm>
                  <a:off x="8385120" y="-756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48" name="Rectangle 223"/>
                <p:cNvSpPr/>
                <p:nvPr/>
              </p:nvSpPr>
              <p:spPr>
                <a:xfrm>
                  <a:off x="7624080" y="56844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49" name="Rectangle 224"/>
                <p:cNvSpPr/>
                <p:nvPr/>
              </p:nvSpPr>
              <p:spPr>
                <a:xfrm>
                  <a:off x="8003880" y="568440"/>
                  <a:ext cx="380880" cy="287280"/>
                </a:xfrm>
                <a:prstGeom prst="rect">
                  <a:avLst/>
                </a:prstGeom>
                <a:solidFill>
                  <a:schemeClr val="dk2">
                    <a:lumMod val="60000"/>
                    <a:lumOff val="40000"/>
                    <a:alpha val="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50" name="Rectangle 225"/>
                <p:cNvSpPr/>
                <p:nvPr/>
              </p:nvSpPr>
              <p:spPr>
                <a:xfrm>
                  <a:off x="8384400" y="56844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751" name="Group 226"/>
            <p:cNvGrpSpPr/>
            <p:nvPr/>
          </p:nvGrpSpPr>
          <p:grpSpPr>
            <a:xfrm>
              <a:off x="6479640" y="-7560"/>
              <a:ext cx="1145160" cy="863280"/>
              <a:chOff x="6479640" y="-7560"/>
              <a:chExt cx="1145160" cy="863280"/>
            </a:xfrm>
          </p:grpSpPr>
          <p:sp>
            <p:nvSpPr>
              <p:cNvPr id="752" name="Rectangle 227"/>
              <p:cNvSpPr/>
              <p:nvPr/>
            </p:nvSpPr>
            <p:spPr>
              <a:xfrm>
                <a:off x="6479640" y="-7560"/>
                <a:ext cx="1143720" cy="86328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753" name="Group 228"/>
              <p:cNvGrpSpPr/>
              <p:nvPr/>
            </p:nvGrpSpPr>
            <p:grpSpPr>
              <a:xfrm>
                <a:off x="6482520" y="-7560"/>
                <a:ext cx="1142280" cy="863280"/>
                <a:chOff x="6482520" y="-7560"/>
                <a:chExt cx="1142280" cy="863280"/>
              </a:xfrm>
            </p:grpSpPr>
            <p:sp>
              <p:nvSpPr>
                <p:cNvPr id="754" name="Rectangle 229"/>
                <p:cNvSpPr/>
                <p:nvPr/>
              </p:nvSpPr>
              <p:spPr>
                <a:xfrm>
                  <a:off x="6483600" y="2804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48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55" name="Rectangle 230"/>
                <p:cNvSpPr/>
                <p:nvPr/>
              </p:nvSpPr>
              <p:spPr>
                <a:xfrm>
                  <a:off x="6863400" y="2804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29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56" name="Rectangle 231"/>
                <p:cNvSpPr/>
                <p:nvPr/>
              </p:nvSpPr>
              <p:spPr>
                <a:xfrm>
                  <a:off x="7243920" y="2804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1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57" name="Rectangle 232"/>
                <p:cNvSpPr/>
                <p:nvPr/>
              </p:nvSpPr>
              <p:spPr>
                <a:xfrm>
                  <a:off x="6483600" y="-756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58" name="Rectangle 233"/>
                <p:cNvSpPr/>
                <p:nvPr/>
              </p:nvSpPr>
              <p:spPr>
                <a:xfrm>
                  <a:off x="6863400" y="-756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3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59" name="Rectangle 234"/>
                <p:cNvSpPr/>
                <p:nvPr/>
              </p:nvSpPr>
              <p:spPr>
                <a:xfrm>
                  <a:off x="7243920" y="-756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  <a:alpha val="27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60" name="Rectangle 235"/>
                <p:cNvSpPr/>
                <p:nvPr/>
              </p:nvSpPr>
              <p:spPr>
                <a:xfrm>
                  <a:off x="6482520" y="5684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6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61" name="Rectangle 236"/>
                <p:cNvSpPr/>
                <p:nvPr/>
              </p:nvSpPr>
              <p:spPr>
                <a:xfrm>
                  <a:off x="6862320" y="56844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62" name="Rectangle 237"/>
                <p:cNvSpPr/>
                <p:nvPr/>
              </p:nvSpPr>
              <p:spPr>
                <a:xfrm>
                  <a:off x="7242840" y="5684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7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763" name="Group 240"/>
            <p:cNvGrpSpPr/>
            <p:nvPr/>
          </p:nvGrpSpPr>
          <p:grpSpPr>
            <a:xfrm>
              <a:off x="5332320" y="-5760"/>
              <a:ext cx="1145520" cy="863280"/>
              <a:chOff x="5332320" y="-5760"/>
              <a:chExt cx="1145520" cy="863280"/>
            </a:xfrm>
          </p:grpSpPr>
          <p:sp>
            <p:nvSpPr>
              <p:cNvPr id="764" name="Rectangle 289"/>
              <p:cNvSpPr/>
              <p:nvPr/>
            </p:nvSpPr>
            <p:spPr>
              <a:xfrm>
                <a:off x="5332680" y="-5760"/>
                <a:ext cx="1143720" cy="86328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765" name="Group 290"/>
              <p:cNvGrpSpPr/>
              <p:nvPr/>
            </p:nvGrpSpPr>
            <p:grpSpPr>
              <a:xfrm>
                <a:off x="5332320" y="-5760"/>
                <a:ext cx="1145520" cy="863280"/>
                <a:chOff x="5332320" y="-5760"/>
                <a:chExt cx="1145520" cy="863280"/>
              </a:xfrm>
            </p:grpSpPr>
            <p:sp>
              <p:nvSpPr>
                <p:cNvPr id="766" name="Rectangle 291"/>
                <p:cNvSpPr/>
                <p:nvPr/>
              </p:nvSpPr>
              <p:spPr>
                <a:xfrm>
                  <a:off x="5332320" y="2822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67" name="Rectangle 292"/>
                <p:cNvSpPr/>
                <p:nvPr/>
              </p:nvSpPr>
              <p:spPr>
                <a:xfrm>
                  <a:off x="5712120" y="2822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68" name="Rectangle 293"/>
                <p:cNvSpPr/>
                <p:nvPr/>
              </p:nvSpPr>
              <p:spPr>
                <a:xfrm>
                  <a:off x="6092280" y="2822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69" name="Rectangle 294"/>
                <p:cNvSpPr/>
                <p:nvPr/>
              </p:nvSpPr>
              <p:spPr>
                <a:xfrm>
                  <a:off x="5336640" y="-576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70" name="Rectangle 295"/>
                <p:cNvSpPr/>
                <p:nvPr/>
              </p:nvSpPr>
              <p:spPr>
                <a:xfrm>
                  <a:off x="5716440" y="-576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71" name="Rectangle 296"/>
                <p:cNvSpPr/>
                <p:nvPr/>
              </p:nvSpPr>
              <p:spPr>
                <a:xfrm>
                  <a:off x="6096960" y="-576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72" name="Rectangle 297"/>
                <p:cNvSpPr/>
                <p:nvPr/>
              </p:nvSpPr>
              <p:spPr>
                <a:xfrm>
                  <a:off x="5335560" y="57024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73" name="Rectangle 298"/>
                <p:cNvSpPr/>
                <p:nvPr/>
              </p:nvSpPr>
              <p:spPr>
                <a:xfrm>
                  <a:off x="5715360" y="57024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74" name="Rectangle 299"/>
                <p:cNvSpPr/>
                <p:nvPr/>
              </p:nvSpPr>
              <p:spPr>
                <a:xfrm>
                  <a:off x="6095880" y="570240"/>
                  <a:ext cx="380880" cy="287280"/>
                </a:xfrm>
                <a:prstGeom prst="rect">
                  <a:avLst/>
                </a:prstGeom>
                <a:solidFill>
                  <a:schemeClr val="dk2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775" name="Group 241"/>
            <p:cNvGrpSpPr/>
            <p:nvPr/>
          </p:nvGrpSpPr>
          <p:grpSpPr>
            <a:xfrm>
              <a:off x="4188240" y="-8280"/>
              <a:ext cx="1145160" cy="863280"/>
              <a:chOff x="4188240" y="-8280"/>
              <a:chExt cx="1145160" cy="863280"/>
            </a:xfrm>
          </p:grpSpPr>
          <p:sp>
            <p:nvSpPr>
              <p:cNvPr id="776" name="Rectangle 278"/>
              <p:cNvSpPr/>
              <p:nvPr/>
            </p:nvSpPr>
            <p:spPr>
              <a:xfrm>
                <a:off x="4188240" y="-8280"/>
                <a:ext cx="1143720" cy="86328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777" name="Group 279"/>
              <p:cNvGrpSpPr/>
              <p:nvPr/>
            </p:nvGrpSpPr>
            <p:grpSpPr>
              <a:xfrm>
                <a:off x="4191120" y="-8280"/>
                <a:ext cx="1142280" cy="863280"/>
                <a:chOff x="4191120" y="-8280"/>
                <a:chExt cx="1142280" cy="863280"/>
              </a:xfrm>
            </p:grpSpPr>
            <p:sp>
              <p:nvSpPr>
                <p:cNvPr id="778" name="Rectangle 280"/>
                <p:cNvSpPr/>
                <p:nvPr/>
              </p:nvSpPr>
              <p:spPr>
                <a:xfrm>
                  <a:off x="4192200" y="27972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79" name="Rectangle 281"/>
                <p:cNvSpPr/>
                <p:nvPr/>
              </p:nvSpPr>
              <p:spPr>
                <a:xfrm>
                  <a:off x="4572000" y="27972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80" name="Rectangle 282"/>
                <p:cNvSpPr/>
                <p:nvPr/>
              </p:nvSpPr>
              <p:spPr>
                <a:xfrm>
                  <a:off x="4952520" y="27972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81" name="Rectangle 283"/>
                <p:cNvSpPr/>
                <p:nvPr/>
              </p:nvSpPr>
              <p:spPr>
                <a:xfrm>
                  <a:off x="4192200" y="-828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82" name="Rectangle 284"/>
                <p:cNvSpPr/>
                <p:nvPr/>
              </p:nvSpPr>
              <p:spPr>
                <a:xfrm>
                  <a:off x="4572000" y="-828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83" name="Rectangle 285"/>
                <p:cNvSpPr/>
                <p:nvPr/>
              </p:nvSpPr>
              <p:spPr>
                <a:xfrm>
                  <a:off x="4952520" y="-828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84" name="Rectangle 286"/>
                <p:cNvSpPr/>
                <p:nvPr/>
              </p:nvSpPr>
              <p:spPr>
                <a:xfrm>
                  <a:off x="4191120" y="56772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85" name="Rectangle 287"/>
                <p:cNvSpPr/>
                <p:nvPr/>
              </p:nvSpPr>
              <p:spPr>
                <a:xfrm>
                  <a:off x="4570920" y="56772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86" name="Rectangle 288"/>
                <p:cNvSpPr/>
                <p:nvPr/>
              </p:nvSpPr>
              <p:spPr>
                <a:xfrm>
                  <a:off x="4951440" y="56772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787" name="Group 242"/>
            <p:cNvGrpSpPr/>
            <p:nvPr/>
          </p:nvGrpSpPr>
          <p:grpSpPr>
            <a:xfrm>
              <a:off x="3042720" y="-5760"/>
              <a:ext cx="1148400" cy="863280"/>
              <a:chOff x="3042720" y="-5760"/>
              <a:chExt cx="1148400" cy="863280"/>
            </a:xfrm>
          </p:grpSpPr>
          <p:sp>
            <p:nvSpPr>
              <p:cNvPr id="788" name="Rectangle 267"/>
              <p:cNvSpPr/>
              <p:nvPr/>
            </p:nvSpPr>
            <p:spPr>
              <a:xfrm>
                <a:off x="3042720" y="-5760"/>
                <a:ext cx="1143720" cy="86328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789" name="Group 268"/>
              <p:cNvGrpSpPr/>
              <p:nvPr/>
            </p:nvGrpSpPr>
            <p:grpSpPr>
              <a:xfrm>
                <a:off x="3045600" y="-5760"/>
                <a:ext cx="1145520" cy="863280"/>
                <a:chOff x="3045600" y="-5760"/>
                <a:chExt cx="1145520" cy="863280"/>
              </a:xfrm>
            </p:grpSpPr>
            <p:sp>
              <p:nvSpPr>
                <p:cNvPr id="790" name="Rectangle 269"/>
                <p:cNvSpPr/>
                <p:nvPr/>
              </p:nvSpPr>
              <p:spPr>
                <a:xfrm>
                  <a:off x="3046680" y="282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91" name="Rectangle 270"/>
                <p:cNvSpPr/>
                <p:nvPr/>
              </p:nvSpPr>
              <p:spPr>
                <a:xfrm>
                  <a:off x="3426120" y="2822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92" name="Rectangle 271"/>
                <p:cNvSpPr/>
                <p:nvPr/>
              </p:nvSpPr>
              <p:spPr>
                <a:xfrm>
                  <a:off x="3806640" y="282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93" name="Rectangle 272"/>
                <p:cNvSpPr/>
                <p:nvPr/>
              </p:nvSpPr>
              <p:spPr>
                <a:xfrm>
                  <a:off x="3046680" y="-576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94" name="Rectangle 273"/>
                <p:cNvSpPr/>
                <p:nvPr/>
              </p:nvSpPr>
              <p:spPr>
                <a:xfrm>
                  <a:off x="3426120" y="-576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95" name="Rectangle 274"/>
                <p:cNvSpPr/>
                <p:nvPr/>
              </p:nvSpPr>
              <p:spPr>
                <a:xfrm>
                  <a:off x="3806640" y="-576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96" name="Rectangle 275"/>
                <p:cNvSpPr/>
                <p:nvPr/>
              </p:nvSpPr>
              <p:spPr>
                <a:xfrm>
                  <a:off x="3045600" y="570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97" name="Rectangle 276"/>
                <p:cNvSpPr/>
                <p:nvPr/>
              </p:nvSpPr>
              <p:spPr>
                <a:xfrm>
                  <a:off x="3425040" y="570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798" name="Rectangle 277"/>
                <p:cNvSpPr/>
                <p:nvPr/>
              </p:nvSpPr>
              <p:spPr>
                <a:xfrm>
                  <a:off x="3810240" y="570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799" name="Group 243"/>
            <p:cNvGrpSpPr/>
            <p:nvPr/>
          </p:nvGrpSpPr>
          <p:grpSpPr>
            <a:xfrm>
              <a:off x="1900440" y="-8280"/>
              <a:ext cx="1145160" cy="863280"/>
              <a:chOff x="1900440" y="-8280"/>
              <a:chExt cx="1145160" cy="863280"/>
            </a:xfrm>
          </p:grpSpPr>
          <p:sp>
            <p:nvSpPr>
              <p:cNvPr id="800" name="Rectangle 256"/>
              <p:cNvSpPr/>
              <p:nvPr/>
            </p:nvSpPr>
            <p:spPr>
              <a:xfrm>
                <a:off x="1900440" y="-8280"/>
                <a:ext cx="1143720" cy="86328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801" name="Group 257"/>
              <p:cNvGrpSpPr/>
              <p:nvPr/>
            </p:nvGrpSpPr>
            <p:grpSpPr>
              <a:xfrm>
                <a:off x="1903320" y="-8280"/>
                <a:ext cx="1142280" cy="863280"/>
                <a:chOff x="1903320" y="-8280"/>
                <a:chExt cx="1142280" cy="863280"/>
              </a:xfrm>
            </p:grpSpPr>
            <p:sp>
              <p:nvSpPr>
                <p:cNvPr id="802" name="Rectangle 258"/>
                <p:cNvSpPr/>
                <p:nvPr/>
              </p:nvSpPr>
              <p:spPr>
                <a:xfrm>
                  <a:off x="1904400" y="27972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03" name="Rectangle 259"/>
                <p:cNvSpPr/>
                <p:nvPr/>
              </p:nvSpPr>
              <p:spPr>
                <a:xfrm>
                  <a:off x="2284200" y="27972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04" name="Rectangle 260"/>
                <p:cNvSpPr/>
                <p:nvPr/>
              </p:nvSpPr>
              <p:spPr>
                <a:xfrm>
                  <a:off x="2664720" y="27972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05" name="Rectangle 261"/>
                <p:cNvSpPr/>
                <p:nvPr/>
              </p:nvSpPr>
              <p:spPr>
                <a:xfrm>
                  <a:off x="1904400" y="-828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06" name="Rectangle 262"/>
                <p:cNvSpPr/>
                <p:nvPr/>
              </p:nvSpPr>
              <p:spPr>
                <a:xfrm>
                  <a:off x="2284200" y="-828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07" name="Rectangle 263"/>
                <p:cNvSpPr/>
                <p:nvPr/>
              </p:nvSpPr>
              <p:spPr>
                <a:xfrm>
                  <a:off x="2664720" y="-828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08" name="Rectangle 264"/>
                <p:cNvSpPr/>
                <p:nvPr/>
              </p:nvSpPr>
              <p:spPr>
                <a:xfrm>
                  <a:off x="1903320" y="56772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09" name="Rectangle 265"/>
                <p:cNvSpPr/>
                <p:nvPr/>
              </p:nvSpPr>
              <p:spPr>
                <a:xfrm>
                  <a:off x="2283120" y="567720"/>
                  <a:ext cx="380880" cy="287280"/>
                </a:xfrm>
                <a:prstGeom prst="rect">
                  <a:avLst/>
                </a:prstGeom>
                <a:solidFill>
                  <a:schemeClr val="dk2">
                    <a:lumMod val="60000"/>
                    <a:lumOff val="40000"/>
                    <a:alpha val="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10" name="Rectangle 266"/>
                <p:cNvSpPr/>
                <p:nvPr/>
              </p:nvSpPr>
              <p:spPr>
                <a:xfrm>
                  <a:off x="2663640" y="56772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811" name="Group 3"/>
            <p:cNvGrpSpPr/>
            <p:nvPr/>
          </p:nvGrpSpPr>
          <p:grpSpPr>
            <a:xfrm>
              <a:off x="762840" y="-8280"/>
              <a:ext cx="1141200" cy="866880"/>
              <a:chOff x="762840" y="-8280"/>
              <a:chExt cx="1141200" cy="866880"/>
            </a:xfrm>
          </p:grpSpPr>
          <p:sp>
            <p:nvSpPr>
              <p:cNvPr id="812" name="Rectangle 247"/>
              <p:cNvSpPr/>
              <p:nvPr/>
            </p:nvSpPr>
            <p:spPr>
              <a:xfrm>
                <a:off x="762840" y="279720"/>
                <a:ext cx="380880" cy="28728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48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813" name="Rectangle 248"/>
              <p:cNvSpPr/>
              <p:nvPr/>
            </p:nvSpPr>
            <p:spPr>
              <a:xfrm>
                <a:off x="1142640" y="279720"/>
                <a:ext cx="380880" cy="28728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814" name="Rectangle 249"/>
              <p:cNvSpPr/>
              <p:nvPr/>
            </p:nvSpPr>
            <p:spPr>
              <a:xfrm>
                <a:off x="1523160" y="279720"/>
                <a:ext cx="380880" cy="287280"/>
              </a:xfrm>
              <a:prstGeom prst="rect">
                <a:avLst/>
              </a:prstGeom>
              <a:solidFill>
                <a:schemeClr val="accent2">
                  <a:lumMod val="75000"/>
                  <a:alpha val="16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815" name="Rectangle 250"/>
              <p:cNvSpPr/>
              <p:nvPr/>
            </p:nvSpPr>
            <p:spPr>
              <a:xfrm>
                <a:off x="762840" y="-8280"/>
                <a:ext cx="380880" cy="28728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  <a:alpha val="4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816" name="Rectangle 251"/>
              <p:cNvSpPr/>
              <p:nvPr/>
            </p:nvSpPr>
            <p:spPr>
              <a:xfrm>
                <a:off x="1142640" y="-8280"/>
                <a:ext cx="380880" cy="28728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  <a:alpha val="23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817" name="Rectangle 252"/>
              <p:cNvSpPr/>
              <p:nvPr/>
            </p:nvSpPr>
            <p:spPr>
              <a:xfrm>
                <a:off x="1523160" y="-8280"/>
                <a:ext cx="380880" cy="28728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7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818" name="Rectangle 253"/>
              <p:cNvSpPr/>
              <p:nvPr/>
            </p:nvSpPr>
            <p:spPr>
              <a:xfrm>
                <a:off x="765720" y="571320"/>
                <a:ext cx="380880" cy="287280"/>
              </a:xfrm>
              <a:prstGeom prst="rect">
                <a:avLst/>
              </a:prstGeom>
              <a:solidFill>
                <a:schemeClr val="accent2">
                  <a:lumMod val="75000"/>
                  <a:alpha val="6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819" name="Rectangle 254"/>
              <p:cNvSpPr/>
              <p:nvPr/>
            </p:nvSpPr>
            <p:spPr>
              <a:xfrm>
                <a:off x="1141560" y="567720"/>
                <a:ext cx="380880" cy="2872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820" name="Rectangle 255"/>
              <p:cNvSpPr/>
              <p:nvPr/>
            </p:nvSpPr>
            <p:spPr>
              <a:xfrm>
                <a:off x="1522080" y="567720"/>
                <a:ext cx="380880" cy="287280"/>
              </a:xfrm>
              <a:prstGeom prst="rect">
                <a:avLst/>
              </a:prstGeom>
              <a:solidFill>
                <a:schemeClr val="accent6">
                  <a:lumMod val="75000"/>
                  <a:alpha val="57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</p:grpSp>
        <p:grpSp>
          <p:nvGrpSpPr>
            <p:cNvPr id="821" name="Group 351"/>
            <p:cNvGrpSpPr/>
            <p:nvPr/>
          </p:nvGrpSpPr>
          <p:grpSpPr>
            <a:xfrm>
              <a:off x="0" y="-5760"/>
              <a:ext cx="765720" cy="860400"/>
              <a:chOff x="0" y="-5760"/>
              <a:chExt cx="765720" cy="860400"/>
            </a:xfrm>
          </p:grpSpPr>
          <p:sp>
            <p:nvSpPr>
              <p:cNvPr id="822" name="Rectangle 353"/>
              <p:cNvSpPr/>
              <p:nvPr/>
            </p:nvSpPr>
            <p:spPr>
              <a:xfrm>
                <a:off x="0" y="281520"/>
                <a:ext cx="380880" cy="286200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  <a:alpha val="6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823" name="Rectangle 354"/>
              <p:cNvSpPr/>
              <p:nvPr/>
            </p:nvSpPr>
            <p:spPr>
              <a:xfrm>
                <a:off x="380520" y="281520"/>
                <a:ext cx="380880" cy="28620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  <a:alpha val="4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824" name="Rectangle 356"/>
              <p:cNvSpPr/>
              <p:nvPr/>
            </p:nvSpPr>
            <p:spPr>
              <a:xfrm>
                <a:off x="4680" y="-5760"/>
                <a:ext cx="380880" cy="2862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825" name="Rectangle 357"/>
              <p:cNvSpPr/>
              <p:nvPr/>
            </p:nvSpPr>
            <p:spPr>
              <a:xfrm>
                <a:off x="384840" y="-5760"/>
                <a:ext cx="380880" cy="28620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  <a:alpha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826" name="Rectangle 359"/>
              <p:cNvSpPr/>
              <p:nvPr/>
            </p:nvSpPr>
            <p:spPr>
              <a:xfrm>
                <a:off x="3600" y="568440"/>
                <a:ext cx="380880" cy="2862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827" name="Rectangle 360"/>
              <p:cNvSpPr/>
              <p:nvPr/>
            </p:nvSpPr>
            <p:spPr>
              <a:xfrm>
                <a:off x="383760" y="568440"/>
                <a:ext cx="380880" cy="286200"/>
              </a:xfrm>
              <a:prstGeom prst="rect">
                <a:avLst/>
              </a:prstGeom>
              <a:solidFill>
                <a:schemeClr val="dk2">
                  <a:lumMod val="75000"/>
                  <a:alpha val="2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</p:grpSp>
      </p:grpSp>
      <p:sp>
        <p:nvSpPr>
          <p:cNvPr id="828" name="Rectangle 482"/>
          <p:cNvSpPr/>
          <p:nvPr/>
        </p:nvSpPr>
        <p:spPr>
          <a:xfrm>
            <a:off x="11049480" y="6600600"/>
            <a:ext cx="1143360" cy="2545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9" name="Rectangle 487"/>
          <p:cNvSpPr/>
          <p:nvPr/>
        </p:nvSpPr>
        <p:spPr>
          <a:xfrm>
            <a:off x="11053440" y="659484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22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0" name="Rectangle 488"/>
          <p:cNvSpPr/>
          <p:nvPr/>
        </p:nvSpPr>
        <p:spPr>
          <a:xfrm>
            <a:off x="11432880" y="660060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1" name="Rectangle 489"/>
          <p:cNvSpPr/>
          <p:nvPr/>
        </p:nvSpPr>
        <p:spPr>
          <a:xfrm>
            <a:off x="11813400" y="660060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2" name="Rectangle 471"/>
          <p:cNvSpPr/>
          <p:nvPr/>
        </p:nvSpPr>
        <p:spPr>
          <a:xfrm>
            <a:off x="9905400" y="6598080"/>
            <a:ext cx="1143360" cy="254520"/>
          </a:xfrm>
          <a:prstGeom prst="rect">
            <a:avLst/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3" name="Rectangle 476"/>
          <p:cNvSpPr/>
          <p:nvPr/>
        </p:nvSpPr>
        <p:spPr>
          <a:xfrm>
            <a:off x="9909360" y="6598080"/>
            <a:ext cx="380520" cy="256680"/>
          </a:xfrm>
          <a:prstGeom prst="rect">
            <a:avLst/>
          </a:prstGeom>
          <a:solidFill>
            <a:schemeClr val="accent3">
              <a:lumMod val="20000"/>
              <a:lumOff val="80000"/>
              <a:alpha val="22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4" name="Rectangle 477"/>
          <p:cNvSpPr/>
          <p:nvPr/>
        </p:nvSpPr>
        <p:spPr>
          <a:xfrm>
            <a:off x="10289520" y="668160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5" name="Rectangle 478"/>
          <p:cNvSpPr/>
          <p:nvPr/>
        </p:nvSpPr>
        <p:spPr>
          <a:xfrm>
            <a:off x="10668960" y="6598080"/>
            <a:ext cx="380520" cy="256680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6" name="Rectangle 460"/>
          <p:cNvSpPr/>
          <p:nvPr/>
        </p:nvSpPr>
        <p:spPr>
          <a:xfrm>
            <a:off x="8760240" y="6600600"/>
            <a:ext cx="1143360" cy="2545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7" name="Rectangle 465"/>
          <p:cNvSpPr/>
          <p:nvPr/>
        </p:nvSpPr>
        <p:spPr>
          <a:xfrm>
            <a:off x="8763840" y="6594840"/>
            <a:ext cx="380520" cy="256680"/>
          </a:xfrm>
          <a:prstGeom prst="rect">
            <a:avLst/>
          </a:prstGeom>
          <a:solidFill>
            <a:schemeClr val="accent2">
              <a:lumMod val="75000"/>
              <a:alpha val="46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8" name="Rectangle 466"/>
          <p:cNvSpPr/>
          <p:nvPr/>
        </p:nvSpPr>
        <p:spPr>
          <a:xfrm>
            <a:off x="9150840" y="6594840"/>
            <a:ext cx="380520" cy="256680"/>
          </a:xfrm>
          <a:prstGeom prst="rect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9" name="Rectangle 467"/>
          <p:cNvSpPr/>
          <p:nvPr/>
        </p:nvSpPr>
        <p:spPr>
          <a:xfrm>
            <a:off x="9521280" y="6597000"/>
            <a:ext cx="380520" cy="256680"/>
          </a:xfrm>
          <a:prstGeom prst="rect">
            <a:avLst/>
          </a:prstGeom>
          <a:solidFill>
            <a:schemeClr val="accent2">
              <a:lumMod val="40000"/>
              <a:lumOff val="60000"/>
              <a:alpha val="76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0" name="Rectangle 449"/>
          <p:cNvSpPr/>
          <p:nvPr/>
        </p:nvSpPr>
        <p:spPr>
          <a:xfrm>
            <a:off x="7618320" y="6598080"/>
            <a:ext cx="1143360" cy="2545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1" name="Rectangle 454"/>
          <p:cNvSpPr/>
          <p:nvPr/>
        </p:nvSpPr>
        <p:spPr>
          <a:xfrm>
            <a:off x="7622280" y="65980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3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2" name="Rectangle 455"/>
          <p:cNvSpPr/>
          <p:nvPr/>
        </p:nvSpPr>
        <p:spPr>
          <a:xfrm>
            <a:off x="8001720" y="659808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3" name="Rectangle 456"/>
          <p:cNvSpPr/>
          <p:nvPr/>
        </p:nvSpPr>
        <p:spPr>
          <a:xfrm>
            <a:off x="8382240" y="65980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4" name="Rectangle 438"/>
          <p:cNvSpPr/>
          <p:nvPr/>
        </p:nvSpPr>
        <p:spPr>
          <a:xfrm>
            <a:off x="6477480" y="6598080"/>
            <a:ext cx="1143360" cy="2545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5" name="Rectangle 443"/>
          <p:cNvSpPr/>
          <p:nvPr/>
        </p:nvSpPr>
        <p:spPr>
          <a:xfrm>
            <a:off x="6481440" y="6598080"/>
            <a:ext cx="380520" cy="256680"/>
          </a:xfrm>
          <a:prstGeom prst="rect">
            <a:avLst/>
          </a:prstGeom>
          <a:solidFill>
            <a:schemeClr val="accent4">
              <a:lumMod val="40000"/>
              <a:lumOff val="60000"/>
              <a:alpha val="4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6" name="Rectangle 444"/>
          <p:cNvSpPr/>
          <p:nvPr/>
        </p:nvSpPr>
        <p:spPr>
          <a:xfrm>
            <a:off x="6860880" y="6598080"/>
            <a:ext cx="380520" cy="256680"/>
          </a:xfrm>
          <a:prstGeom prst="rect">
            <a:avLst/>
          </a:prstGeom>
          <a:solidFill>
            <a:schemeClr val="accent4">
              <a:lumMod val="40000"/>
              <a:lumOff val="60000"/>
              <a:alpha val="23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7" name="Rectangle 445"/>
          <p:cNvSpPr/>
          <p:nvPr/>
        </p:nvSpPr>
        <p:spPr>
          <a:xfrm>
            <a:off x="7241040" y="6598080"/>
            <a:ext cx="380520" cy="256680"/>
          </a:xfrm>
          <a:prstGeom prst="rect">
            <a:avLst/>
          </a:prstGeom>
          <a:solidFill>
            <a:schemeClr val="accent4">
              <a:lumMod val="20000"/>
              <a:lumOff val="80000"/>
              <a:alpha val="27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8" name="Rectangle 422"/>
          <p:cNvSpPr/>
          <p:nvPr/>
        </p:nvSpPr>
        <p:spPr>
          <a:xfrm>
            <a:off x="5330880" y="6599880"/>
            <a:ext cx="1143360" cy="2545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9" name="Rectangle 427"/>
          <p:cNvSpPr/>
          <p:nvPr/>
        </p:nvSpPr>
        <p:spPr>
          <a:xfrm>
            <a:off x="5334840" y="65998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22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0" name="Rectangle 428"/>
          <p:cNvSpPr/>
          <p:nvPr/>
        </p:nvSpPr>
        <p:spPr>
          <a:xfrm>
            <a:off x="5714280" y="659988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1" name="Rectangle 429"/>
          <p:cNvSpPr/>
          <p:nvPr/>
        </p:nvSpPr>
        <p:spPr>
          <a:xfrm>
            <a:off x="6094800" y="65998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2" name="Rectangle 411"/>
          <p:cNvSpPr/>
          <p:nvPr/>
        </p:nvSpPr>
        <p:spPr>
          <a:xfrm>
            <a:off x="4186800" y="6597360"/>
            <a:ext cx="1143360" cy="254520"/>
          </a:xfrm>
          <a:prstGeom prst="rect">
            <a:avLst/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3" name="Rectangle 416"/>
          <p:cNvSpPr/>
          <p:nvPr/>
        </p:nvSpPr>
        <p:spPr>
          <a:xfrm>
            <a:off x="4190760" y="6597360"/>
            <a:ext cx="380520" cy="256680"/>
          </a:xfrm>
          <a:prstGeom prst="rect">
            <a:avLst/>
          </a:prstGeom>
          <a:solidFill>
            <a:schemeClr val="accent3">
              <a:lumMod val="20000"/>
              <a:lumOff val="80000"/>
              <a:alpha val="22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4" name="Rectangle 417"/>
          <p:cNvSpPr/>
          <p:nvPr/>
        </p:nvSpPr>
        <p:spPr>
          <a:xfrm>
            <a:off x="4570200" y="659736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5" name="Rectangle 418"/>
          <p:cNvSpPr/>
          <p:nvPr/>
        </p:nvSpPr>
        <p:spPr>
          <a:xfrm>
            <a:off x="4950360" y="6597360"/>
            <a:ext cx="380520" cy="256680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6" name="Rectangle 400"/>
          <p:cNvSpPr/>
          <p:nvPr/>
        </p:nvSpPr>
        <p:spPr>
          <a:xfrm>
            <a:off x="3041640" y="6599880"/>
            <a:ext cx="1143360" cy="2545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7" name="Rectangle 405"/>
          <p:cNvSpPr/>
          <p:nvPr/>
        </p:nvSpPr>
        <p:spPr>
          <a:xfrm>
            <a:off x="3045240" y="6599880"/>
            <a:ext cx="380520" cy="256680"/>
          </a:xfrm>
          <a:prstGeom prst="rect">
            <a:avLst/>
          </a:prstGeom>
          <a:solidFill>
            <a:schemeClr val="accent2">
              <a:lumMod val="75000"/>
              <a:alpha val="46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8" name="Rectangle 406"/>
          <p:cNvSpPr/>
          <p:nvPr/>
        </p:nvSpPr>
        <p:spPr>
          <a:xfrm>
            <a:off x="3425040" y="6599880"/>
            <a:ext cx="380520" cy="256680"/>
          </a:xfrm>
          <a:prstGeom prst="rect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9" name="Rectangle 407"/>
          <p:cNvSpPr/>
          <p:nvPr/>
        </p:nvSpPr>
        <p:spPr>
          <a:xfrm>
            <a:off x="3805200" y="6599880"/>
            <a:ext cx="380520" cy="256680"/>
          </a:xfrm>
          <a:prstGeom prst="rect">
            <a:avLst/>
          </a:prstGeom>
          <a:solidFill>
            <a:schemeClr val="accent2">
              <a:lumMod val="40000"/>
              <a:lumOff val="60000"/>
              <a:alpha val="76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0" name="Rectangle 389"/>
          <p:cNvSpPr/>
          <p:nvPr/>
        </p:nvSpPr>
        <p:spPr>
          <a:xfrm>
            <a:off x="1899720" y="6597360"/>
            <a:ext cx="1143360" cy="2545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1" name="Rectangle 394"/>
          <p:cNvSpPr/>
          <p:nvPr/>
        </p:nvSpPr>
        <p:spPr>
          <a:xfrm>
            <a:off x="1903680" y="659736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3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2" name="Rectangle 395"/>
          <p:cNvSpPr/>
          <p:nvPr/>
        </p:nvSpPr>
        <p:spPr>
          <a:xfrm>
            <a:off x="2283120" y="659736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3" name="Rectangle 396"/>
          <p:cNvSpPr/>
          <p:nvPr/>
        </p:nvSpPr>
        <p:spPr>
          <a:xfrm>
            <a:off x="2663640" y="659736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4" name="Rectangle 378"/>
          <p:cNvSpPr/>
          <p:nvPr/>
        </p:nvSpPr>
        <p:spPr>
          <a:xfrm>
            <a:off x="758880" y="6597360"/>
            <a:ext cx="1143360" cy="25668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5" name="Rectangle 383"/>
          <p:cNvSpPr/>
          <p:nvPr/>
        </p:nvSpPr>
        <p:spPr>
          <a:xfrm>
            <a:off x="762840" y="6597360"/>
            <a:ext cx="380520" cy="256680"/>
          </a:xfrm>
          <a:prstGeom prst="rect">
            <a:avLst/>
          </a:prstGeom>
          <a:solidFill>
            <a:schemeClr val="accent4">
              <a:lumMod val="40000"/>
              <a:lumOff val="60000"/>
              <a:alpha val="4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6" name="Rectangle 384"/>
          <p:cNvSpPr/>
          <p:nvPr/>
        </p:nvSpPr>
        <p:spPr>
          <a:xfrm>
            <a:off x="1142280" y="6597360"/>
            <a:ext cx="380520" cy="256680"/>
          </a:xfrm>
          <a:prstGeom prst="rect">
            <a:avLst/>
          </a:prstGeom>
          <a:solidFill>
            <a:schemeClr val="accent4">
              <a:lumMod val="40000"/>
              <a:lumOff val="60000"/>
              <a:alpha val="23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7" name="Rectangle 385"/>
          <p:cNvSpPr/>
          <p:nvPr/>
        </p:nvSpPr>
        <p:spPr>
          <a:xfrm>
            <a:off x="1522440" y="6597360"/>
            <a:ext cx="380520" cy="256680"/>
          </a:xfrm>
          <a:prstGeom prst="rect">
            <a:avLst/>
          </a:prstGeom>
          <a:solidFill>
            <a:schemeClr val="accent4">
              <a:lumMod val="20000"/>
              <a:lumOff val="80000"/>
              <a:alpha val="27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8" name="Rectangle 365"/>
          <p:cNvSpPr/>
          <p:nvPr/>
        </p:nvSpPr>
        <p:spPr>
          <a:xfrm>
            <a:off x="0" y="6599880"/>
            <a:ext cx="764280" cy="25416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9" name="Rectangle 369"/>
          <p:cNvSpPr/>
          <p:nvPr/>
        </p:nvSpPr>
        <p:spPr>
          <a:xfrm>
            <a:off x="4680" y="659988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70" name="Rectangle 370"/>
          <p:cNvSpPr/>
          <p:nvPr/>
        </p:nvSpPr>
        <p:spPr>
          <a:xfrm>
            <a:off x="384840" y="65998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71" name="PlaceHolder 1"/>
          <p:cNvSpPr>
            <a:spLocks noGrp="1"/>
          </p:cNvSpPr>
          <p:nvPr>
            <p:ph type="title"/>
          </p:nvPr>
        </p:nvSpPr>
        <p:spPr>
          <a:xfrm>
            <a:off x="2676600" y="220680"/>
            <a:ext cx="674928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vert="eaVert">
            <a:noAutofit/>
          </a:bodyPr>
          <a:p>
            <a:pPr indent="0">
              <a:buNone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2" name="PlaceHolder 2"/>
          <p:cNvSpPr>
            <a:spLocks noGrp="1"/>
          </p:cNvSpPr>
          <p:nvPr>
            <p:ph type="body"/>
          </p:nvPr>
        </p:nvSpPr>
        <p:spPr>
          <a:xfrm>
            <a:off x="609480" y="1340640"/>
            <a:ext cx="10972080" cy="460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vert="eaVer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3" name="PlaceHolder 3"/>
          <p:cNvSpPr>
            <a:spLocks noGrp="1"/>
          </p:cNvSpPr>
          <p:nvPr>
            <p:ph type="ftr" idx="10"/>
          </p:nvPr>
        </p:nvSpPr>
        <p:spPr>
          <a:xfrm>
            <a:off x="7758720" y="6132960"/>
            <a:ext cx="38599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4" name="PlaceHolder 4"/>
          <p:cNvSpPr>
            <a:spLocks noGrp="1"/>
          </p:cNvSpPr>
          <p:nvPr>
            <p:ph type="sldNum" idx="11"/>
          </p:nvPr>
        </p:nvSpPr>
        <p:spPr>
          <a:xfrm>
            <a:off x="5190480" y="6132960"/>
            <a:ext cx="951840" cy="36432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DFF9E0AF-582C-4DBF-A8A3-9836E61BFCF4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&lt;numero&gt;</a:t>
            </a:fld>
            <a:endParaRPr b="0" lang="it-IT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5" name="PlaceHolder 5"/>
          <p:cNvSpPr>
            <a:spLocks noGrp="1"/>
          </p:cNvSpPr>
          <p:nvPr>
            <p:ph type="dt" idx="12"/>
          </p:nvPr>
        </p:nvSpPr>
        <p:spPr>
          <a:xfrm>
            <a:off x="607320" y="6109560"/>
            <a:ext cx="2844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Rectangle 245"/>
          <p:cNvSpPr/>
          <p:nvPr/>
        </p:nvSpPr>
        <p:spPr>
          <a:xfrm>
            <a:off x="759240" y="-8280"/>
            <a:ext cx="1143720" cy="86328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79" name="Rectangle 350"/>
          <p:cNvSpPr/>
          <p:nvPr/>
        </p:nvSpPr>
        <p:spPr>
          <a:xfrm>
            <a:off x="0" y="-5760"/>
            <a:ext cx="764640" cy="8632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880" name="Group 6"/>
          <p:cNvGrpSpPr/>
          <p:nvPr/>
        </p:nvGrpSpPr>
        <p:grpSpPr>
          <a:xfrm>
            <a:off x="0" y="-8280"/>
            <a:ext cx="12198600" cy="866880"/>
            <a:chOff x="0" y="-8280"/>
            <a:chExt cx="12198600" cy="866880"/>
          </a:xfrm>
        </p:grpSpPr>
        <p:grpSp>
          <p:nvGrpSpPr>
            <p:cNvPr id="881" name="Group 112"/>
            <p:cNvGrpSpPr/>
            <p:nvPr/>
          </p:nvGrpSpPr>
          <p:grpSpPr>
            <a:xfrm>
              <a:off x="11053080" y="-4680"/>
              <a:ext cx="1145520" cy="859680"/>
              <a:chOff x="11053080" y="-4680"/>
              <a:chExt cx="1145520" cy="859680"/>
            </a:xfrm>
          </p:grpSpPr>
          <p:sp>
            <p:nvSpPr>
              <p:cNvPr id="882" name="Rectangle 5"/>
              <p:cNvSpPr/>
              <p:nvPr/>
            </p:nvSpPr>
            <p:spPr>
              <a:xfrm>
                <a:off x="11053440" y="-4680"/>
                <a:ext cx="1143720" cy="85968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883" name="Group 4"/>
              <p:cNvGrpSpPr/>
              <p:nvPr/>
            </p:nvGrpSpPr>
            <p:grpSpPr>
              <a:xfrm>
                <a:off x="11053080" y="-4680"/>
                <a:ext cx="1145520" cy="859680"/>
                <a:chOff x="11053080" y="-4680"/>
                <a:chExt cx="1145520" cy="859680"/>
              </a:xfrm>
            </p:grpSpPr>
            <p:sp>
              <p:nvSpPr>
                <p:cNvPr id="884" name="Rectangle 157"/>
                <p:cNvSpPr/>
                <p:nvPr/>
              </p:nvSpPr>
              <p:spPr>
                <a:xfrm>
                  <a:off x="11053080" y="281880"/>
                  <a:ext cx="380880" cy="28620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85" name="Rectangle 158"/>
                <p:cNvSpPr/>
                <p:nvPr/>
              </p:nvSpPr>
              <p:spPr>
                <a:xfrm>
                  <a:off x="11432520" y="281880"/>
                  <a:ext cx="380880" cy="28620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86" name="Rectangle 159"/>
                <p:cNvSpPr/>
                <p:nvPr/>
              </p:nvSpPr>
              <p:spPr>
                <a:xfrm>
                  <a:off x="11813040" y="281880"/>
                  <a:ext cx="380880" cy="28620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87" name="Rectangle 160"/>
                <p:cNvSpPr/>
                <p:nvPr/>
              </p:nvSpPr>
              <p:spPr>
                <a:xfrm>
                  <a:off x="11057400" y="-4680"/>
                  <a:ext cx="380880" cy="28620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88" name="Rectangle 161"/>
                <p:cNvSpPr/>
                <p:nvPr/>
              </p:nvSpPr>
              <p:spPr>
                <a:xfrm>
                  <a:off x="11437200" y="-4680"/>
                  <a:ext cx="380880" cy="2862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89" name="Rectangle 162"/>
                <p:cNvSpPr/>
                <p:nvPr/>
              </p:nvSpPr>
              <p:spPr>
                <a:xfrm>
                  <a:off x="11817720" y="-4680"/>
                  <a:ext cx="380880" cy="28620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90" name="Rectangle 163"/>
                <p:cNvSpPr/>
                <p:nvPr/>
              </p:nvSpPr>
              <p:spPr>
                <a:xfrm>
                  <a:off x="11056320" y="568800"/>
                  <a:ext cx="380880" cy="286200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91" name="Rectangle 164"/>
                <p:cNvSpPr/>
                <p:nvPr/>
              </p:nvSpPr>
              <p:spPr>
                <a:xfrm>
                  <a:off x="11436120" y="568800"/>
                  <a:ext cx="380880" cy="2862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92" name="Rectangle 165"/>
                <p:cNvSpPr/>
                <p:nvPr/>
              </p:nvSpPr>
              <p:spPr>
                <a:xfrm>
                  <a:off x="11816640" y="568800"/>
                  <a:ext cx="380880" cy="286200"/>
                </a:xfrm>
                <a:prstGeom prst="rect">
                  <a:avLst/>
                </a:prstGeom>
                <a:solidFill>
                  <a:schemeClr val="dk2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893" name="Group 190"/>
            <p:cNvGrpSpPr/>
            <p:nvPr/>
          </p:nvGrpSpPr>
          <p:grpSpPr>
            <a:xfrm>
              <a:off x="9909000" y="-7560"/>
              <a:ext cx="1144800" cy="863280"/>
              <a:chOff x="9909000" y="-7560"/>
              <a:chExt cx="1144800" cy="863280"/>
            </a:xfrm>
          </p:grpSpPr>
          <p:sp>
            <p:nvSpPr>
              <p:cNvPr id="894" name="Rectangle 191"/>
              <p:cNvSpPr/>
              <p:nvPr/>
            </p:nvSpPr>
            <p:spPr>
              <a:xfrm>
                <a:off x="9909000" y="-7560"/>
                <a:ext cx="1143720" cy="86328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895" name="Group 192"/>
              <p:cNvGrpSpPr/>
              <p:nvPr/>
            </p:nvGrpSpPr>
            <p:grpSpPr>
              <a:xfrm>
                <a:off x="9911880" y="-7560"/>
                <a:ext cx="1141920" cy="863280"/>
                <a:chOff x="9911880" y="-7560"/>
                <a:chExt cx="1141920" cy="863280"/>
              </a:xfrm>
            </p:grpSpPr>
            <p:sp>
              <p:nvSpPr>
                <p:cNvPr id="896" name="Rectangle 193"/>
                <p:cNvSpPr/>
                <p:nvPr/>
              </p:nvSpPr>
              <p:spPr>
                <a:xfrm>
                  <a:off x="9912960" y="2804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97" name="Rectangle 194"/>
                <p:cNvSpPr/>
                <p:nvPr/>
              </p:nvSpPr>
              <p:spPr>
                <a:xfrm>
                  <a:off x="10292400" y="2804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98" name="Rectangle 195"/>
                <p:cNvSpPr/>
                <p:nvPr/>
              </p:nvSpPr>
              <p:spPr>
                <a:xfrm>
                  <a:off x="10672920" y="2804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899" name="Rectangle 196"/>
                <p:cNvSpPr/>
                <p:nvPr/>
              </p:nvSpPr>
              <p:spPr>
                <a:xfrm>
                  <a:off x="9912960" y="-756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00" name="Rectangle 197"/>
                <p:cNvSpPr/>
                <p:nvPr/>
              </p:nvSpPr>
              <p:spPr>
                <a:xfrm>
                  <a:off x="10292400" y="-756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01" name="Rectangle 198"/>
                <p:cNvSpPr/>
                <p:nvPr/>
              </p:nvSpPr>
              <p:spPr>
                <a:xfrm>
                  <a:off x="10672920" y="-756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02" name="Rectangle 199"/>
                <p:cNvSpPr/>
                <p:nvPr/>
              </p:nvSpPr>
              <p:spPr>
                <a:xfrm>
                  <a:off x="9911880" y="56844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03" name="Rectangle 200"/>
                <p:cNvSpPr/>
                <p:nvPr/>
              </p:nvSpPr>
              <p:spPr>
                <a:xfrm>
                  <a:off x="10291680" y="56844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04" name="Rectangle 201"/>
                <p:cNvSpPr/>
                <p:nvPr/>
              </p:nvSpPr>
              <p:spPr>
                <a:xfrm>
                  <a:off x="10671840" y="56844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905" name="Group 202"/>
            <p:cNvGrpSpPr/>
            <p:nvPr/>
          </p:nvGrpSpPr>
          <p:grpSpPr>
            <a:xfrm>
              <a:off x="8763480" y="-4680"/>
              <a:ext cx="1148400" cy="863280"/>
              <a:chOff x="8763480" y="-4680"/>
              <a:chExt cx="1148400" cy="863280"/>
            </a:xfrm>
          </p:grpSpPr>
          <p:sp>
            <p:nvSpPr>
              <p:cNvPr id="906" name="Rectangle 203"/>
              <p:cNvSpPr/>
              <p:nvPr/>
            </p:nvSpPr>
            <p:spPr>
              <a:xfrm>
                <a:off x="8763480" y="-4680"/>
                <a:ext cx="1143720" cy="86328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907" name="Group 204"/>
              <p:cNvGrpSpPr/>
              <p:nvPr/>
            </p:nvGrpSpPr>
            <p:grpSpPr>
              <a:xfrm>
                <a:off x="8766000" y="-4680"/>
                <a:ext cx="1145880" cy="863280"/>
                <a:chOff x="8766000" y="-4680"/>
                <a:chExt cx="1145880" cy="863280"/>
              </a:xfrm>
            </p:grpSpPr>
            <p:sp>
              <p:nvSpPr>
                <p:cNvPr id="908" name="Rectangle 205"/>
                <p:cNvSpPr/>
                <p:nvPr/>
              </p:nvSpPr>
              <p:spPr>
                <a:xfrm>
                  <a:off x="8767080" y="283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09" name="Rectangle 206"/>
                <p:cNvSpPr/>
                <p:nvPr/>
              </p:nvSpPr>
              <p:spPr>
                <a:xfrm>
                  <a:off x="9146880" y="28332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10" name="Rectangle 207"/>
                <p:cNvSpPr/>
                <p:nvPr/>
              </p:nvSpPr>
              <p:spPr>
                <a:xfrm>
                  <a:off x="9527400" y="283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11" name="Rectangle 208"/>
                <p:cNvSpPr/>
                <p:nvPr/>
              </p:nvSpPr>
              <p:spPr>
                <a:xfrm>
                  <a:off x="8767080" y="-468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12" name="Rectangle 209"/>
                <p:cNvSpPr/>
                <p:nvPr/>
              </p:nvSpPr>
              <p:spPr>
                <a:xfrm>
                  <a:off x="9146880" y="-468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13" name="Rectangle 210"/>
                <p:cNvSpPr/>
                <p:nvPr/>
              </p:nvSpPr>
              <p:spPr>
                <a:xfrm>
                  <a:off x="9527400" y="-468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14" name="Rectangle 211"/>
                <p:cNvSpPr/>
                <p:nvPr/>
              </p:nvSpPr>
              <p:spPr>
                <a:xfrm>
                  <a:off x="8766000" y="571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15" name="Rectangle 212"/>
                <p:cNvSpPr/>
                <p:nvPr/>
              </p:nvSpPr>
              <p:spPr>
                <a:xfrm>
                  <a:off x="9145800" y="571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16" name="Rectangle 213"/>
                <p:cNvSpPr/>
                <p:nvPr/>
              </p:nvSpPr>
              <p:spPr>
                <a:xfrm>
                  <a:off x="9531000" y="57132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917" name="Group 214"/>
            <p:cNvGrpSpPr/>
            <p:nvPr/>
          </p:nvGrpSpPr>
          <p:grpSpPr>
            <a:xfrm>
              <a:off x="7621200" y="-7560"/>
              <a:ext cx="1144800" cy="863280"/>
              <a:chOff x="7621200" y="-7560"/>
              <a:chExt cx="1144800" cy="863280"/>
            </a:xfrm>
          </p:grpSpPr>
          <p:sp>
            <p:nvSpPr>
              <p:cNvPr id="918" name="Rectangle 215"/>
              <p:cNvSpPr/>
              <p:nvPr/>
            </p:nvSpPr>
            <p:spPr>
              <a:xfrm>
                <a:off x="7621200" y="-7560"/>
                <a:ext cx="1143720" cy="86328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919" name="Group 216"/>
              <p:cNvGrpSpPr/>
              <p:nvPr/>
            </p:nvGrpSpPr>
            <p:grpSpPr>
              <a:xfrm>
                <a:off x="7624080" y="-7560"/>
                <a:ext cx="1141920" cy="863280"/>
                <a:chOff x="7624080" y="-7560"/>
                <a:chExt cx="1141920" cy="863280"/>
              </a:xfrm>
            </p:grpSpPr>
            <p:sp>
              <p:nvSpPr>
                <p:cNvPr id="920" name="Rectangle 217"/>
                <p:cNvSpPr/>
                <p:nvPr/>
              </p:nvSpPr>
              <p:spPr>
                <a:xfrm>
                  <a:off x="7625160" y="28044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21" name="Rectangle 218"/>
                <p:cNvSpPr/>
                <p:nvPr/>
              </p:nvSpPr>
              <p:spPr>
                <a:xfrm>
                  <a:off x="8004960" y="2804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22" name="Rectangle 219"/>
                <p:cNvSpPr/>
                <p:nvPr/>
              </p:nvSpPr>
              <p:spPr>
                <a:xfrm>
                  <a:off x="8385120" y="28044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23" name="Rectangle 220"/>
                <p:cNvSpPr/>
                <p:nvPr/>
              </p:nvSpPr>
              <p:spPr>
                <a:xfrm>
                  <a:off x="7625160" y="-756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24" name="Rectangle 221"/>
                <p:cNvSpPr/>
                <p:nvPr/>
              </p:nvSpPr>
              <p:spPr>
                <a:xfrm>
                  <a:off x="8004960" y="-756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25" name="Rectangle 222"/>
                <p:cNvSpPr/>
                <p:nvPr/>
              </p:nvSpPr>
              <p:spPr>
                <a:xfrm>
                  <a:off x="8385120" y="-756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26" name="Rectangle 223"/>
                <p:cNvSpPr/>
                <p:nvPr/>
              </p:nvSpPr>
              <p:spPr>
                <a:xfrm>
                  <a:off x="7624080" y="56844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27" name="Rectangle 224"/>
                <p:cNvSpPr/>
                <p:nvPr/>
              </p:nvSpPr>
              <p:spPr>
                <a:xfrm>
                  <a:off x="8003880" y="568440"/>
                  <a:ext cx="380880" cy="287280"/>
                </a:xfrm>
                <a:prstGeom prst="rect">
                  <a:avLst/>
                </a:prstGeom>
                <a:solidFill>
                  <a:schemeClr val="dk2">
                    <a:lumMod val="60000"/>
                    <a:lumOff val="40000"/>
                    <a:alpha val="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28" name="Rectangle 225"/>
                <p:cNvSpPr/>
                <p:nvPr/>
              </p:nvSpPr>
              <p:spPr>
                <a:xfrm>
                  <a:off x="8384400" y="56844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929" name="Group 226"/>
            <p:cNvGrpSpPr/>
            <p:nvPr/>
          </p:nvGrpSpPr>
          <p:grpSpPr>
            <a:xfrm>
              <a:off x="6479640" y="-7560"/>
              <a:ext cx="1145160" cy="863280"/>
              <a:chOff x="6479640" y="-7560"/>
              <a:chExt cx="1145160" cy="863280"/>
            </a:xfrm>
          </p:grpSpPr>
          <p:sp>
            <p:nvSpPr>
              <p:cNvPr id="930" name="Rectangle 227"/>
              <p:cNvSpPr/>
              <p:nvPr/>
            </p:nvSpPr>
            <p:spPr>
              <a:xfrm>
                <a:off x="6479640" y="-7560"/>
                <a:ext cx="1143720" cy="86328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931" name="Group 228"/>
              <p:cNvGrpSpPr/>
              <p:nvPr/>
            </p:nvGrpSpPr>
            <p:grpSpPr>
              <a:xfrm>
                <a:off x="6482520" y="-7560"/>
                <a:ext cx="1142280" cy="863280"/>
                <a:chOff x="6482520" y="-7560"/>
                <a:chExt cx="1142280" cy="863280"/>
              </a:xfrm>
            </p:grpSpPr>
            <p:sp>
              <p:nvSpPr>
                <p:cNvPr id="932" name="Rectangle 229"/>
                <p:cNvSpPr/>
                <p:nvPr/>
              </p:nvSpPr>
              <p:spPr>
                <a:xfrm>
                  <a:off x="6483600" y="2804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48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33" name="Rectangle 230"/>
                <p:cNvSpPr/>
                <p:nvPr/>
              </p:nvSpPr>
              <p:spPr>
                <a:xfrm>
                  <a:off x="6863400" y="2804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29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34" name="Rectangle 231"/>
                <p:cNvSpPr/>
                <p:nvPr/>
              </p:nvSpPr>
              <p:spPr>
                <a:xfrm>
                  <a:off x="7243920" y="2804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1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35" name="Rectangle 232"/>
                <p:cNvSpPr/>
                <p:nvPr/>
              </p:nvSpPr>
              <p:spPr>
                <a:xfrm>
                  <a:off x="6483600" y="-756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36" name="Rectangle 233"/>
                <p:cNvSpPr/>
                <p:nvPr/>
              </p:nvSpPr>
              <p:spPr>
                <a:xfrm>
                  <a:off x="6863400" y="-756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3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37" name="Rectangle 234"/>
                <p:cNvSpPr/>
                <p:nvPr/>
              </p:nvSpPr>
              <p:spPr>
                <a:xfrm>
                  <a:off x="7243920" y="-756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  <a:alpha val="27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38" name="Rectangle 235"/>
                <p:cNvSpPr/>
                <p:nvPr/>
              </p:nvSpPr>
              <p:spPr>
                <a:xfrm>
                  <a:off x="6482520" y="5684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6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39" name="Rectangle 236"/>
                <p:cNvSpPr/>
                <p:nvPr/>
              </p:nvSpPr>
              <p:spPr>
                <a:xfrm>
                  <a:off x="6862320" y="56844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40" name="Rectangle 237"/>
                <p:cNvSpPr/>
                <p:nvPr/>
              </p:nvSpPr>
              <p:spPr>
                <a:xfrm>
                  <a:off x="7242840" y="5684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7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941" name="Group 240"/>
            <p:cNvGrpSpPr/>
            <p:nvPr/>
          </p:nvGrpSpPr>
          <p:grpSpPr>
            <a:xfrm>
              <a:off x="5332320" y="-5760"/>
              <a:ext cx="1145520" cy="863280"/>
              <a:chOff x="5332320" y="-5760"/>
              <a:chExt cx="1145520" cy="863280"/>
            </a:xfrm>
          </p:grpSpPr>
          <p:sp>
            <p:nvSpPr>
              <p:cNvPr id="942" name="Rectangle 289"/>
              <p:cNvSpPr/>
              <p:nvPr/>
            </p:nvSpPr>
            <p:spPr>
              <a:xfrm>
                <a:off x="5332680" y="-5760"/>
                <a:ext cx="1143720" cy="86328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943" name="Group 290"/>
              <p:cNvGrpSpPr/>
              <p:nvPr/>
            </p:nvGrpSpPr>
            <p:grpSpPr>
              <a:xfrm>
                <a:off x="5332320" y="-5760"/>
                <a:ext cx="1145520" cy="863280"/>
                <a:chOff x="5332320" y="-5760"/>
                <a:chExt cx="1145520" cy="863280"/>
              </a:xfrm>
            </p:grpSpPr>
            <p:sp>
              <p:nvSpPr>
                <p:cNvPr id="944" name="Rectangle 291"/>
                <p:cNvSpPr/>
                <p:nvPr/>
              </p:nvSpPr>
              <p:spPr>
                <a:xfrm>
                  <a:off x="5332320" y="2822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45" name="Rectangle 292"/>
                <p:cNvSpPr/>
                <p:nvPr/>
              </p:nvSpPr>
              <p:spPr>
                <a:xfrm>
                  <a:off x="5712120" y="2822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46" name="Rectangle 293"/>
                <p:cNvSpPr/>
                <p:nvPr/>
              </p:nvSpPr>
              <p:spPr>
                <a:xfrm>
                  <a:off x="6092280" y="28224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47" name="Rectangle 294"/>
                <p:cNvSpPr/>
                <p:nvPr/>
              </p:nvSpPr>
              <p:spPr>
                <a:xfrm>
                  <a:off x="5336640" y="-576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48" name="Rectangle 295"/>
                <p:cNvSpPr/>
                <p:nvPr/>
              </p:nvSpPr>
              <p:spPr>
                <a:xfrm>
                  <a:off x="5716440" y="-576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49" name="Rectangle 296"/>
                <p:cNvSpPr/>
                <p:nvPr/>
              </p:nvSpPr>
              <p:spPr>
                <a:xfrm>
                  <a:off x="6096960" y="-576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50" name="Rectangle 297"/>
                <p:cNvSpPr/>
                <p:nvPr/>
              </p:nvSpPr>
              <p:spPr>
                <a:xfrm>
                  <a:off x="5335560" y="57024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51" name="Rectangle 298"/>
                <p:cNvSpPr/>
                <p:nvPr/>
              </p:nvSpPr>
              <p:spPr>
                <a:xfrm>
                  <a:off x="5715360" y="57024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52" name="Rectangle 299"/>
                <p:cNvSpPr/>
                <p:nvPr/>
              </p:nvSpPr>
              <p:spPr>
                <a:xfrm>
                  <a:off x="6095880" y="570240"/>
                  <a:ext cx="380880" cy="287280"/>
                </a:xfrm>
                <a:prstGeom prst="rect">
                  <a:avLst/>
                </a:prstGeom>
                <a:solidFill>
                  <a:schemeClr val="dk2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953" name="Group 241"/>
            <p:cNvGrpSpPr/>
            <p:nvPr/>
          </p:nvGrpSpPr>
          <p:grpSpPr>
            <a:xfrm>
              <a:off x="4188240" y="-8280"/>
              <a:ext cx="1145160" cy="863280"/>
              <a:chOff x="4188240" y="-8280"/>
              <a:chExt cx="1145160" cy="863280"/>
            </a:xfrm>
          </p:grpSpPr>
          <p:sp>
            <p:nvSpPr>
              <p:cNvPr id="954" name="Rectangle 278"/>
              <p:cNvSpPr/>
              <p:nvPr/>
            </p:nvSpPr>
            <p:spPr>
              <a:xfrm>
                <a:off x="4188240" y="-8280"/>
                <a:ext cx="1143720" cy="86328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955" name="Group 279"/>
              <p:cNvGrpSpPr/>
              <p:nvPr/>
            </p:nvGrpSpPr>
            <p:grpSpPr>
              <a:xfrm>
                <a:off x="4191120" y="-8280"/>
                <a:ext cx="1142280" cy="863280"/>
                <a:chOff x="4191120" y="-8280"/>
                <a:chExt cx="1142280" cy="863280"/>
              </a:xfrm>
            </p:grpSpPr>
            <p:sp>
              <p:nvSpPr>
                <p:cNvPr id="956" name="Rectangle 280"/>
                <p:cNvSpPr/>
                <p:nvPr/>
              </p:nvSpPr>
              <p:spPr>
                <a:xfrm>
                  <a:off x="4192200" y="27972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57" name="Rectangle 281"/>
                <p:cNvSpPr/>
                <p:nvPr/>
              </p:nvSpPr>
              <p:spPr>
                <a:xfrm>
                  <a:off x="4572000" y="27972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58" name="Rectangle 282"/>
                <p:cNvSpPr/>
                <p:nvPr/>
              </p:nvSpPr>
              <p:spPr>
                <a:xfrm>
                  <a:off x="4952520" y="27972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59" name="Rectangle 283"/>
                <p:cNvSpPr/>
                <p:nvPr/>
              </p:nvSpPr>
              <p:spPr>
                <a:xfrm>
                  <a:off x="4192200" y="-828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60" name="Rectangle 284"/>
                <p:cNvSpPr/>
                <p:nvPr/>
              </p:nvSpPr>
              <p:spPr>
                <a:xfrm>
                  <a:off x="4572000" y="-828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61" name="Rectangle 285"/>
                <p:cNvSpPr/>
                <p:nvPr/>
              </p:nvSpPr>
              <p:spPr>
                <a:xfrm>
                  <a:off x="4952520" y="-828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62" name="Rectangle 286"/>
                <p:cNvSpPr/>
                <p:nvPr/>
              </p:nvSpPr>
              <p:spPr>
                <a:xfrm>
                  <a:off x="4191120" y="56772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63" name="Rectangle 287"/>
                <p:cNvSpPr/>
                <p:nvPr/>
              </p:nvSpPr>
              <p:spPr>
                <a:xfrm>
                  <a:off x="4570920" y="56772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64" name="Rectangle 288"/>
                <p:cNvSpPr/>
                <p:nvPr/>
              </p:nvSpPr>
              <p:spPr>
                <a:xfrm>
                  <a:off x="4951440" y="567720"/>
                  <a:ext cx="380880" cy="287280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965" name="Group 242"/>
            <p:cNvGrpSpPr/>
            <p:nvPr/>
          </p:nvGrpSpPr>
          <p:grpSpPr>
            <a:xfrm>
              <a:off x="3042720" y="-5760"/>
              <a:ext cx="1148400" cy="863280"/>
              <a:chOff x="3042720" y="-5760"/>
              <a:chExt cx="1148400" cy="863280"/>
            </a:xfrm>
          </p:grpSpPr>
          <p:sp>
            <p:nvSpPr>
              <p:cNvPr id="966" name="Rectangle 267"/>
              <p:cNvSpPr/>
              <p:nvPr/>
            </p:nvSpPr>
            <p:spPr>
              <a:xfrm>
                <a:off x="3042720" y="-5760"/>
                <a:ext cx="1143720" cy="86328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967" name="Group 268"/>
              <p:cNvGrpSpPr/>
              <p:nvPr/>
            </p:nvGrpSpPr>
            <p:grpSpPr>
              <a:xfrm>
                <a:off x="3045600" y="-5760"/>
                <a:ext cx="1145520" cy="863280"/>
                <a:chOff x="3045600" y="-5760"/>
                <a:chExt cx="1145520" cy="863280"/>
              </a:xfrm>
            </p:grpSpPr>
            <p:sp>
              <p:nvSpPr>
                <p:cNvPr id="968" name="Rectangle 269"/>
                <p:cNvSpPr/>
                <p:nvPr/>
              </p:nvSpPr>
              <p:spPr>
                <a:xfrm>
                  <a:off x="3046680" y="282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69" name="Rectangle 270"/>
                <p:cNvSpPr/>
                <p:nvPr/>
              </p:nvSpPr>
              <p:spPr>
                <a:xfrm>
                  <a:off x="3426120" y="28224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70" name="Rectangle 271"/>
                <p:cNvSpPr/>
                <p:nvPr/>
              </p:nvSpPr>
              <p:spPr>
                <a:xfrm>
                  <a:off x="3806640" y="282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71" name="Rectangle 272"/>
                <p:cNvSpPr/>
                <p:nvPr/>
              </p:nvSpPr>
              <p:spPr>
                <a:xfrm>
                  <a:off x="3046680" y="-576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72" name="Rectangle 273"/>
                <p:cNvSpPr/>
                <p:nvPr/>
              </p:nvSpPr>
              <p:spPr>
                <a:xfrm>
                  <a:off x="3426120" y="-576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73" name="Rectangle 274"/>
                <p:cNvSpPr/>
                <p:nvPr/>
              </p:nvSpPr>
              <p:spPr>
                <a:xfrm>
                  <a:off x="3806640" y="-5760"/>
                  <a:ext cx="380880" cy="287280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74" name="Rectangle 275"/>
                <p:cNvSpPr/>
                <p:nvPr/>
              </p:nvSpPr>
              <p:spPr>
                <a:xfrm>
                  <a:off x="3045600" y="570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75" name="Rectangle 276"/>
                <p:cNvSpPr/>
                <p:nvPr/>
              </p:nvSpPr>
              <p:spPr>
                <a:xfrm>
                  <a:off x="3425040" y="570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76" name="Rectangle 277"/>
                <p:cNvSpPr/>
                <p:nvPr/>
              </p:nvSpPr>
              <p:spPr>
                <a:xfrm>
                  <a:off x="3810240" y="570240"/>
                  <a:ext cx="380880" cy="287280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977" name="Group 243"/>
            <p:cNvGrpSpPr/>
            <p:nvPr/>
          </p:nvGrpSpPr>
          <p:grpSpPr>
            <a:xfrm>
              <a:off x="1900440" y="-8280"/>
              <a:ext cx="1145160" cy="863280"/>
              <a:chOff x="1900440" y="-8280"/>
              <a:chExt cx="1145160" cy="863280"/>
            </a:xfrm>
          </p:grpSpPr>
          <p:sp>
            <p:nvSpPr>
              <p:cNvPr id="978" name="Rectangle 256"/>
              <p:cNvSpPr/>
              <p:nvPr/>
            </p:nvSpPr>
            <p:spPr>
              <a:xfrm>
                <a:off x="1900440" y="-8280"/>
                <a:ext cx="1143720" cy="86328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grpSp>
            <p:nvGrpSpPr>
              <p:cNvPr id="979" name="Group 257"/>
              <p:cNvGrpSpPr/>
              <p:nvPr/>
            </p:nvGrpSpPr>
            <p:grpSpPr>
              <a:xfrm>
                <a:off x="1903320" y="-8280"/>
                <a:ext cx="1142280" cy="863280"/>
                <a:chOff x="1903320" y="-8280"/>
                <a:chExt cx="1142280" cy="863280"/>
              </a:xfrm>
            </p:grpSpPr>
            <p:sp>
              <p:nvSpPr>
                <p:cNvPr id="980" name="Rectangle 258"/>
                <p:cNvSpPr/>
                <p:nvPr/>
              </p:nvSpPr>
              <p:spPr>
                <a:xfrm>
                  <a:off x="1904400" y="27972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81" name="Rectangle 259"/>
                <p:cNvSpPr/>
                <p:nvPr/>
              </p:nvSpPr>
              <p:spPr>
                <a:xfrm>
                  <a:off x="2284200" y="279720"/>
                  <a:ext cx="380880" cy="28728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82" name="Rectangle 260"/>
                <p:cNvSpPr/>
                <p:nvPr/>
              </p:nvSpPr>
              <p:spPr>
                <a:xfrm>
                  <a:off x="2664720" y="27972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83" name="Rectangle 261"/>
                <p:cNvSpPr/>
                <p:nvPr/>
              </p:nvSpPr>
              <p:spPr>
                <a:xfrm>
                  <a:off x="1904400" y="-828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84" name="Rectangle 262"/>
                <p:cNvSpPr/>
                <p:nvPr/>
              </p:nvSpPr>
              <p:spPr>
                <a:xfrm>
                  <a:off x="2284200" y="-8280"/>
                  <a:ext cx="380880" cy="287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85" name="Rectangle 263"/>
                <p:cNvSpPr/>
                <p:nvPr/>
              </p:nvSpPr>
              <p:spPr>
                <a:xfrm>
                  <a:off x="2664720" y="-828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86" name="Rectangle 264"/>
                <p:cNvSpPr/>
                <p:nvPr/>
              </p:nvSpPr>
              <p:spPr>
                <a:xfrm>
                  <a:off x="1903320" y="567720"/>
                  <a:ext cx="380880" cy="28728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87" name="Rectangle 265"/>
                <p:cNvSpPr/>
                <p:nvPr/>
              </p:nvSpPr>
              <p:spPr>
                <a:xfrm>
                  <a:off x="2283120" y="567720"/>
                  <a:ext cx="380880" cy="287280"/>
                </a:xfrm>
                <a:prstGeom prst="rect">
                  <a:avLst/>
                </a:prstGeom>
                <a:solidFill>
                  <a:schemeClr val="dk2">
                    <a:lumMod val="60000"/>
                    <a:lumOff val="40000"/>
                    <a:alpha val="4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  <p:sp>
              <p:nvSpPr>
                <p:cNvPr id="988" name="Rectangle 266"/>
                <p:cNvSpPr/>
                <p:nvPr/>
              </p:nvSpPr>
              <p:spPr>
                <a:xfrm>
                  <a:off x="2663640" y="567720"/>
                  <a:ext cx="380880" cy="28728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>
                    <a:lnSpc>
                      <a:spcPct val="100000"/>
                    </a:lnSpc>
                  </a:pPr>
                  <a:endParaRPr b="0" lang="it-IT" sz="18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  <a:ea typeface="DejaVu Sans"/>
                  </a:endParaRPr>
                </a:p>
              </p:txBody>
            </p:sp>
          </p:grpSp>
        </p:grpSp>
        <p:grpSp>
          <p:nvGrpSpPr>
            <p:cNvPr id="989" name="Group 3"/>
            <p:cNvGrpSpPr/>
            <p:nvPr/>
          </p:nvGrpSpPr>
          <p:grpSpPr>
            <a:xfrm>
              <a:off x="762840" y="-8280"/>
              <a:ext cx="1141200" cy="866880"/>
              <a:chOff x="762840" y="-8280"/>
              <a:chExt cx="1141200" cy="866880"/>
            </a:xfrm>
          </p:grpSpPr>
          <p:sp>
            <p:nvSpPr>
              <p:cNvPr id="990" name="Rectangle 247"/>
              <p:cNvSpPr/>
              <p:nvPr/>
            </p:nvSpPr>
            <p:spPr>
              <a:xfrm>
                <a:off x="762840" y="279720"/>
                <a:ext cx="380880" cy="28728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48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991" name="Rectangle 248"/>
              <p:cNvSpPr/>
              <p:nvPr/>
            </p:nvSpPr>
            <p:spPr>
              <a:xfrm>
                <a:off x="1142640" y="279720"/>
                <a:ext cx="380880" cy="28728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992" name="Rectangle 249"/>
              <p:cNvSpPr/>
              <p:nvPr/>
            </p:nvSpPr>
            <p:spPr>
              <a:xfrm>
                <a:off x="1523160" y="279720"/>
                <a:ext cx="380880" cy="287280"/>
              </a:xfrm>
              <a:prstGeom prst="rect">
                <a:avLst/>
              </a:prstGeom>
              <a:solidFill>
                <a:schemeClr val="accent2">
                  <a:lumMod val="75000"/>
                  <a:alpha val="16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993" name="Rectangle 250"/>
              <p:cNvSpPr/>
              <p:nvPr/>
            </p:nvSpPr>
            <p:spPr>
              <a:xfrm>
                <a:off x="762840" y="-8280"/>
                <a:ext cx="380880" cy="28728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  <a:alpha val="4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994" name="Rectangle 251"/>
              <p:cNvSpPr/>
              <p:nvPr/>
            </p:nvSpPr>
            <p:spPr>
              <a:xfrm>
                <a:off x="1142640" y="-8280"/>
                <a:ext cx="380880" cy="28728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  <a:alpha val="23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995" name="Rectangle 252"/>
              <p:cNvSpPr/>
              <p:nvPr/>
            </p:nvSpPr>
            <p:spPr>
              <a:xfrm>
                <a:off x="1523160" y="-8280"/>
                <a:ext cx="380880" cy="28728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7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996" name="Rectangle 253"/>
              <p:cNvSpPr/>
              <p:nvPr/>
            </p:nvSpPr>
            <p:spPr>
              <a:xfrm>
                <a:off x="765720" y="571320"/>
                <a:ext cx="380880" cy="287280"/>
              </a:xfrm>
              <a:prstGeom prst="rect">
                <a:avLst/>
              </a:prstGeom>
              <a:solidFill>
                <a:schemeClr val="accent2">
                  <a:lumMod val="75000"/>
                  <a:alpha val="6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997" name="Rectangle 254"/>
              <p:cNvSpPr/>
              <p:nvPr/>
            </p:nvSpPr>
            <p:spPr>
              <a:xfrm>
                <a:off x="1141560" y="567720"/>
                <a:ext cx="380880" cy="2872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998" name="Rectangle 255"/>
              <p:cNvSpPr/>
              <p:nvPr/>
            </p:nvSpPr>
            <p:spPr>
              <a:xfrm>
                <a:off x="1522080" y="567720"/>
                <a:ext cx="380880" cy="287280"/>
              </a:xfrm>
              <a:prstGeom prst="rect">
                <a:avLst/>
              </a:prstGeom>
              <a:solidFill>
                <a:schemeClr val="accent6">
                  <a:lumMod val="75000"/>
                  <a:alpha val="57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</p:grpSp>
        <p:grpSp>
          <p:nvGrpSpPr>
            <p:cNvPr id="999" name="Group 351"/>
            <p:cNvGrpSpPr/>
            <p:nvPr/>
          </p:nvGrpSpPr>
          <p:grpSpPr>
            <a:xfrm>
              <a:off x="0" y="-5760"/>
              <a:ext cx="765720" cy="860400"/>
              <a:chOff x="0" y="-5760"/>
              <a:chExt cx="765720" cy="860400"/>
            </a:xfrm>
          </p:grpSpPr>
          <p:sp>
            <p:nvSpPr>
              <p:cNvPr id="1000" name="Rectangle 353"/>
              <p:cNvSpPr/>
              <p:nvPr/>
            </p:nvSpPr>
            <p:spPr>
              <a:xfrm>
                <a:off x="0" y="281520"/>
                <a:ext cx="380880" cy="286200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  <a:alpha val="6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1001" name="Rectangle 354"/>
              <p:cNvSpPr/>
              <p:nvPr/>
            </p:nvSpPr>
            <p:spPr>
              <a:xfrm>
                <a:off x="380520" y="281520"/>
                <a:ext cx="380880" cy="28620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  <a:alpha val="4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1002" name="Rectangle 356"/>
              <p:cNvSpPr/>
              <p:nvPr/>
            </p:nvSpPr>
            <p:spPr>
              <a:xfrm>
                <a:off x="4680" y="-5760"/>
                <a:ext cx="380880" cy="2862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1003" name="Rectangle 357"/>
              <p:cNvSpPr/>
              <p:nvPr/>
            </p:nvSpPr>
            <p:spPr>
              <a:xfrm>
                <a:off x="384840" y="-5760"/>
                <a:ext cx="380880" cy="286200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  <a:alpha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1004" name="Rectangle 359"/>
              <p:cNvSpPr/>
              <p:nvPr/>
            </p:nvSpPr>
            <p:spPr>
              <a:xfrm>
                <a:off x="3600" y="568440"/>
                <a:ext cx="380880" cy="2862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1005" name="Rectangle 360"/>
              <p:cNvSpPr/>
              <p:nvPr/>
            </p:nvSpPr>
            <p:spPr>
              <a:xfrm>
                <a:off x="383760" y="568440"/>
                <a:ext cx="380880" cy="286200"/>
              </a:xfrm>
              <a:prstGeom prst="rect">
                <a:avLst/>
              </a:prstGeom>
              <a:solidFill>
                <a:schemeClr val="dk2">
                  <a:lumMod val="75000"/>
                  <a:alpha val="2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b="0" lang="it-IT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</p:grpSp>
      </p:grpSp>
      <p:sp>
        <p:nvSpPr>
          <p:cNvPr id="1006" name="Rectangle 482"/>
          <p:cNvSpPr/>
          <p:nvPr/>
        </p:nvSpPr>
        <p:spPr>
          <a:xfrm>
            <a:off x="11049480" y="6600600"/>
            <a:ext cx="1143360" cy="2545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07" name="Rectangle 487"/>
          <p:cNvSpPr/>
          <p:nvPr/>
        </p:nvSpPr>
        <p:spPr>
          <a:xfrm>
            <a:off x="11053440" y="659484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22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08" name="Rectangle 488"/>
          <p:cNvSpPr/>
          <p:nvPr/>
        </p:nvSpPr>
        <p:spPr>
          <a:xfrm>
            <a:off x="11432880" y="660060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09" name="Rectangle 489"/>
          <p:cNvSpPr/>
          <p:nvPr/>
        </p:nvSpPr>
        <p:spPr>
          <a:xfrm>
            <a:off x="11813400" y="660060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0" name="Rectangle 471"/>
          <p:cNvSpPr/>
          <p:nvPr/>
        </p:nvSpPr>
        <p:spPr>
          <a:xfrm>
            <a:off x="9905400" y="6598080"/>
            <a:ext cx="1143360" cy="254520"/>
          </a:xfrm>
          <a:prstGeom prst="rect">
            <a:avLst/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1" name="Rectangle 476"/>
          <p:cNvSpPr/>
          <p:nvPr/>
        </p:nvSpPr>
        <p:spPr>
          <a:xfrm>
            <a:off x="9909360" y="6598080"/>
            <a:ext cx="380520" cy="256680"/>
          </a:xfrm>
          <a:prstGeom prst="rect">
            <a:avLst/>
          </a:prstGeom>
          <a:solidFill>
            <a:schemeClr val="accent3">
              <a:lumMod val="20000"/>
              <a:lumOff val="80000"/>
              <a:alpha val="22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2" name="Rectangle 477"/>
          <p:cNvSpPr/>
          <p:nvPr/>
        </p:nvSpPr>
        <p:spPr>
          <a:xfrm>
            <a:off x="10289520" y="668160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3" name="Rectangle 478"/>
          <p:cNvSpPr/>
          <p:nvPr/>
        </p:nvSpPr>
        <p:spPr>
          <a:xfrm>
            <a:off x="10668960" y="6598080"/>
            <a:ext cx="380520" cy="256680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4" name="Rectangle 460"/>
          <p:cNvSpPr/>
          <p:nvPr/>
        </p:nvSpPr>
        <p:spPr>
          <a:xfrm>
            <a:off x="8760240" y="6600600"/>
            <a:ext cx="1143360" cy="2545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5" name="Rectangle 465"/>
          <p:cNvSpPr/>
          <p:nvPr/>
        </p:nvSpPr>
        <p:spPr>
          <a:xfrm>
            <a:off x="8763840" y="6594840"/>
            <a:ext cx="380520" cy="256680"/>
          </a:xfrm>
          <a:prstGeom prst="rect">
            <a:avLst/>
          </a:prstGeom>
          <a:solidFill>
            <a:schemeClr val="accent2">
              <a:lumMod val="75000"/>
              <a:alpha val="46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6" name="Rectangle 466"/>
          <p:cNvSpPr/>
          <p:nvPr/>
        </p:nvSpPr>
        <p:spPr>
          <a:xfrm>
            <a:off x="9150840" y="6594840"/>
            <a:ext cx="380520" cy="256680"/>
          </a:xfrm>
          <a:prstGeom prst="rect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7" name="Rectangle 467"/>
          <p:cNvSpPr/>
          <p:nvPr/>
        </p:nvSpPr>
        <p:spPr>
          <a:xfrm>
            <a:off x="9521280" y="6597000"/>
            <a:ext cx="380520" cy="256680"/>
          </a:xfrm>
          <a:prstGeom prst="rect">
            <a:avLst/>
          </a:prstGeom>
          <a:solidFill>
            <a:schemeClr val="accent2">
              <a:lumMod val="40000"/>
              <a:lumOff val="60000"/>
              <a:alpha val="76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8" name="Rectangle 449"/>
          <p:cNvSpPr/>
          <p:nvPr/>
        </p:nvSpPr>
        <p:spPr>
          <a:xfrm>
            <a:off x="7618320" y="6598080"/>
            <a:ext cx="1143360" cy="2545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9" name="Rectangle 454"/>
          <p:cNvSpPr/>
          <p:nvPr/>
        </p:nvSpPr>
        <p:spPr>
          <a:xfrm>
            <a:off x="7622280" y="65980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3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20" name="Rectangle 455"/>
          <p:cNvSpPr/>
          <p:nvPr/>
        </p:nvSpPr>
        <p:spPr>
          <a:xfrm>
            <a:off x="8001720" y="659808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21" name="Rectangle 456"/>
          <p:cNvSpPr/>
          <p:nvPr/>
        </p:nvSpPr>
        <p:spPr>
          <a:xfrm>
            <a:off x="8382240" y="65980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22" name="Rectangle 438"/>
          <p:cNvSpPr/>
          <p:nvPr/>
        </p:nvSpPr>
        <p:spPr>
          <a:xfrm>
            <a:off x="6477480" y="6598080"/>
            <a:ext cx="1143360" cy="2545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23" name="Rectangle 443"/>
          <p:cNvSpPr/>
          <p:nvPr/>
        </p:nvSpPr>
        <p:spPr>
          <a:xfrm>
            <a:off x="6481440" y="6598080"/>
            <a:ext cx="380520" cy="256680"/>
          </a:xfrm>
          <a:prstGeom prst="rect">
            <a:avLst/>
          </a:prstGeom>
          <a:solidFill>
            <a:schemeClr val="accent4">
              <a:lumMod val="40000"/>
              <a:lumOff val="60000"/>
              <a:alpha val="4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24" name="Rectangle 444"/>
          <p:cNvSpPr/>
          <p:nvPr/>
        </p:nvSpPr>
        <p:spPr>
          <a:xfrm>
            <a:off x="6860880" y="6598080"/>
            <a:ext cx="380520" cy="256680"/>
          </a:xfrm>
          <a:prstGeom prst="rect">
            <a:avLst/>
          </a:prstGeom>
          <a:solidFill>
            <a:schemeClr val="accent4">
              <a:lumMod val="40000"/>
              <a:lumOff val="60000"/>
              <a:alpha val="23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25" name="Rectangle 445"/>
          <p:cNvSpPr/>
          <p:nvPr/>
        </p:nvSpPr>
        <p:spPr>
          <a:xfrm>
            <a:off x="7241040" y="6598080"/>
            <a:ext cx="380520" cy="256680"/>
          </a:xfrm>
          <a:prstGeom prst="rect">
            <a:avLst/>
          </a:prstGeom>
          <a:solidFill>
            <a:schemeClr val="accent4">
              <a:lumMod val="20000"/>
              <a:lumOff val="80000"/>
              <a:alpha val="27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26" name="Rectangle 422"/>
          <p:cNvSpPr/>
          <p:nvPr/>
        </p:nvSpPr>
        <p:spPr>
          <a:xfrm>
            <a:off x="5330880" y="6599880"/>
            <a:ext cx="1143360" cy="2545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27" name="Rectangle 427"/>
          <p:cNvSpPr/>
          <p:nvPr/>
        </p:nvSpPr>
        <p:spPr>
          <a:xfrm>
            <a:off x="5334840" y="65998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22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28" name="Rectangle 428"/>
          <p:cNvSpPr/>
          <p:nvPr/>
        </p:nvSpPr>
        <p:spPr>
          <a:xfrm>
            <a:off x="5714280" y="659988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29" name="Rectangle 429"/>
          <p:cNvSpPr/>
          <p:nvPr/>
        </p:nvSpPr>
        <p:spPr>
          <a:xfrm>
            <a:off x="6094800" y="65998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30" name="Rectangle 411"/>
          <p:cNvSpPr/>
          <p:nvPr/>
        </p:nvSpPr>
        <p:spPr>
          <a:xfrm>
            <a:off x="4186800" y="6597360"/>
            <a:ext cx="1143360" cy="254520"/>
          </a:xfrm>
          <a:prstGeom prst="rect">
            <a:avLst/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31" name="Rectangle 416"/>
          <p:cNvSpPr/>
          <p:nvPr/>
        </p:nvSpPr>
        <p:spPr>
          <a:xfrm>
            <a:off x="4190760" y="6597360"/>
            <a:ext cx="380520" cy="256680"/>
          </a:xfrm>
          <a:prstGeom prst="rect">
            <a:avLst/>
          </a:prstGeom>
          <a:solidFill>
            <a:schemeClr val="accent3">
              <a:lumMod val="20000"/>
              <a:lumOff val="80000"/>
              <a:alpha val="22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32" name="Rectangle 417"/>
          <p:cNvSpPr/>
          <p:nvPr/>
        </p:nvSpPr>
        <p:spPr>
          <a:xfrm>
            <a:off x="4570200" y="659736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33" name="Rectangle 418"/>
          <p:cNvSpPr/>
          <p:nvPr/>
        </p:nvSpPr>
        <p:spPr>
          <a:xfrm>
            <a:off x="4950360" y="6597360"/>
            <a:ext cx="380520" cy="256680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34" name="Rectangle 400"/>
          <p:cNvSpPr/>
          <p:nvPr/>
        </p:nvSpPr>
        <p:spPr>
          <a:xfrm>
            <a:off x="3041640" y="6599880"/>
            <a:ext cx="1143360" cy="2545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35" name="Rectangle 405"/>
          <p:cNvSpPr/>
          <p:nvPr/>
        </p:nvSpPr>
        <p:spPr>
          <a:xfrm>
            <a:off x="3045240" y="6599880"/>
            <a:ext cx="380520" cy="256680"/>
          </a:xfrm>
          <a:prstGeom prst="rect">
            <a:avLst/>
          </a:prstGeom>
          <a:solidFill>
            <a:schemeClr val="accent2">
              <a:lumMod val="75000"/>
              <a:alpha val="46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36" name="Rectangle 406"/>
          <p:cNvSpPr/>
          <p:nvPr/>
        </p:nvSpPr>
        <p:spPr>
          <a:xfrm>
            <a:off x="3425040" y="6599880"/>
            <a:ext cx="380520" cy="256680"/>
          </a:xfrm>
          <a:prstGeom prst="rect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37" name="Rectangle 407"/>
          <p:cNvSpPr/>
          <p:nvPr/>
        </p:nvSpPr>
        <p:spPr>
          <a:xfrm>
            <a:off x="3805200" y="6599880"/>
            <a:ext cx="380520" cy="256680"/>
          </a:xfrm>
          <a:prstGeom prst="rect">
            <a:avLst/>
          </a:prstGeom>
          <a:solidFill>
            <a:schemeClr val="accent2">
              <a:lumMod val="40000"/>
              <a:lumOff val="60000"/>
              <a:alpha val="76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38" name="Rectangle 389"/>
          <p:cNvSpPr/>
          <p:nvPr/>
        </p:nvSpPr>
        <p:spPr>
          <a:xfrm>
            <a:off x="1899720" y="6597360"/>
            <a:ext cx="1143360" cy="2545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39" name="Rectangle 394"/>
          <p:cNvSpPr/>
          <p:nvPr/>
        </p:nvSpPr>
        <p:spPr>
          <a:xfrm>
            <a:off x="1903680" y="659736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3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40" name="Rectangle 395"/>
          <p:cNvSpPr/>
          <p:nvPr/>
        </p:nvSpPr>
        <p:spPr>
          <a:xfrm>
            <a:off x="2283120" y="659736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41" name="Rectangle 396"/>
          <p:cNvSpPr/>
          <p:nvPr/>
        </p:nvSpPr>
        <p:spPr>
          <a:xfrm>
            <a:off x="2663640" y="659736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42" name="Rectangle 378"/>
          <p:cNvSpPr/>
          <p:nvPr/>
        </p:nvSpPr>
        <p:spPr>
          <a:xfrm>
            <a:off x="758880" y="6597360"/>
            <a:ext cx="1143360" cy="25668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43" name="Rectangle 383"/>
          <p:cNvSpPr/>
          <p:nvPr/>
        </p:nvSpPr>
        <p:spPr>
          <a:xfrm>
            <a:off x="762840" y="6597360"/>
            <a:ext cx="380520" cy="256680"/>
          </a:xfrm>
          <a:prstGeom prst="rect">
            <a:avLst/>
          </a:prstGeom>
          <a:solidFill>
            <a:schemeClr val="accent4">
              <a:lumMod val="40000"/>
              <a:lumOff val="60000"/>
              <a:alpha val="4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44" name="Rectangle 384"/>
          <p:cNvSpPr/>
          <p:nvPr/>
        </p:nvSpPr>
        <p:spPr>
          <a:xfrm>
            <a:off x="1142280" y="6597360"/>
            <a:ext cx="380520" cy="256680"/>
          </a:xfrm>
          <a:prstGeom prst="rect">
            <a:avLst/>
          </a:prstGeom>
          <a:solidFill>
            <a:schemeClr val="accent4">
              <a:lumMod val="40000"/>
              <a:lumOff val="60000"/>
              <a:alpha val="23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45" name="Rectangle 385"/>
          <p:cNvSpPr/>
          <p:nvPr/>
        </p:nvSpPr>
        <p:spPr>
          <a:xfrm>
            <a:off x="1522440" y="6597360"/>
            <a:ext cx="380520" cy="256680"/>
          </a:xfrm>
          <a:prstGeom prst="rect">
            <a:avLst/>
          </a:prstGeom>
          <a:solidFill>
            <a:schemeClr val="accent4">
              <a:lumMod val="20000"/>
              <a:lumOff val="80000"/>
              <a:alpha val="27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46" name="Rectangle 365"/>
          <p:cNvSpPr/>
          <p:nvPr/>
        </p:nvSpPr>
        <p:spPr>
          <a:xfrm>
            <a:off x="0" y="6599880"/>
            <a:ext cx="764280" cy="25416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47" name="Rectangle 369"/>
          <p:cNvSpPr/>
          <p:nvPr/>
        </p:nvSpPr>
        <p:spPr>
          <a:xfrm>
            <a:off x="4680" y="6599880"/>
            <a:ext cx="3805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48" name="Rectangle 370"/>
          <p:cNvSpPr/>
          <p:nvPr/>
        </p:nvSpPr>
        <p:spPr>
          <a:xfrm>
            <a:off x="384840" y="6599880"/>
            <a:ext cx="380520" cy="25668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49" name="PlaceHolder 1"/>
          <p:cNvSpPr>
            <a:spLocks noGrp="1"/>
          </p:cNvSpPr>
          <p:nvPr>
            <p:ph type="title"/>
          </p:nvPr>
        </p:nvSpPr>
        <p:spPr>
          <a:xfrm>
            <a:off x="2676600" y="510840"/>
            <a:ext cx="6749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0" name="PlaceHolder 2"/>
          <p:cNvSpPr>
            <a:spLocks noGrp="1"/>
          </p:cNvSpPr>
          <p:nvPr>
            <p:ph type="body"/>
          </p:nvPr>
        </p:nvSpPr>
        <p:spPr>
          <a:xfrm>
            <a:off x="609480" y="1340640"/>
            <a:ext cx="10972080" cy="460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1" name="PlaceHolder 3"/>
          <p:cNvSpPr>
            <a:spLocks noGrp="1"/>
          </p:cNvSpPr>
          <p:nvPr>
            <p:ph type="ftr" idx="13"/>
          </p:nvPr>
        </p:nvSpPr>
        <p:spPr>
          <a:xfrm>
            <a:off x="7758720" y="6132960"/>
            <a:ext cx="38599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2" name="PlaceHolder 4"/>
          <p:cNvSpPr>
            <a:spLocks noGrp="1"/>
          </p:cNvSpPr>
          <p:nvPr>
            <p:ph type="sldNum" idx="14"/>
          </p:nvPr>
        </p:nvSpPr>
        <p:spPr>
          <a:xfrm>
            <a:off x="5190480" y="6132960"/>
            <a:ext cx="951840" cy="36432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3DF0A6A7-4E53-4854-B93D-0D6BDD1A7C30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&lt;numero&gt;</a:t>
            </a:fld>
            <a:endParaRPr b="0" lang="it-IT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3" name="PlaceHolder 5"/>
          <p:cNvSpPr>
            <a:spLocks noGrp="1"/>
          </p:cNvSpPr>
          <p:nvPr>
            <p:ph type="dt" idx="15"/>
          </p:nvPr>
        </p:nvSpPr>
        <p:spPr>
          <a:xfrm>
            <a:off x="607320" y="6109560"/>
            <a:ext cx="2844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  <p:sldLayoutId id="2147483657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PlaceHolder 1"/>
          <p:cNvSpPr>
            <a:spLocks noGrp="1"/>
          </p:cNvSpPr>
          <p:nvPr>
            <p:ph type="title"/>
          </p:nvPr>
        </p:nvSpPr>
        <p:spPr>
          <a:xfrm>
            <a:off x="1512360" y="2237760"/>
            <a:ext cx="9143280" cy="112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-IT" sz="40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mbria"/>
                <a:ea typeface="Cambria"/>
              </a:rPr>
              <a:t>Stage Informatica 2026</a:t>
            </a:r>
            <a:endParaRPr b="0" lang="it-IT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5" name="PlaceHolder 2"/>
          <p:cNvSpPr>
            <a:spLocks noGrp="1"/>
          </p:cNvSpPr>
          <p:nvPr>
            <p:ph type="subTitle"/>
          </p:nvPr>
        </p:nvSpPr>
        <p:spPr>
          <a:xfrm>
            <a:off x="2043360" y="3683520"/>
            <a:ext cx="8080920" cy="100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-IT" sz="2800" strike="noStrike" u="none">
                <a:solidFill>
                  <a:schemeClr val="dk2">
                    <a:lumMod val="75000"/>
                  </a:schemeClr>
                </a:solidFill>
                <a:effectLst/>
                <a:uFillTx/>
                <a:latin typeface="Cambria"/>
                <a:ea typeface="Cambria"/>
              </a:rPr>
              <a:t>Tocchiamo con mano il Machine Learning e rendiamolo alla portata di tutti</a:t>
            </a:r>
            <a:endParaRPr b="0" lang="it-I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PlaceHolder 1"/>
          <p:cNvSpPr>
            <a:spLocks noGrp="1"/>
          </p:cNvSpPr>
          <p:nvPr>
            <p:ph type="title"/>
          </p:nvPr>
        </p:nvSpPr>
        <p:spPr>
          <a:xfrm>
            <a:off x="609480" y="1108440"/>
            <a:ext cx="4485960" cy="555480"/>
          </a:xfrm>
          <a:prstGeom prst="rect">
            <a:avLst/>
          </a:prstGeom>
          <a:solidFill>
            <a:schemeClr val="lt1">
              <a:alpha val="84000"/>
            </a:schemeClr>
          </a:solidFill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-IT" sz="26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mbria"/>
                <a:ea typeface="Cambria"/>
              </a:rPr>
              <a:t>Cosa è il Machine Learning?</a:t>
            </a:r>
            <a:endParaRPr b="0" lang="it-I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7" name="PlaceHolder 2"/>
          <p:cNvSpPr>
            <a:spLocks noGrp="1"/>
          </p:cNvSpPr>
          <p:nvPr>
            <p:ph/>
          </p:nvPr>
        </p:nvSpPr>
        <p:spPr>
          <a:xfrm>
            <a:off x="609480" y="1738440"/>
            <a:ext cx="10972080" cy="96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22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Una branca dell’intelligenza artificiale basata su algoritmi in grado di “apprendere” grazie al consumo di una grande quantit</a:t>
            </a:r>
            <a:r>
              <a:rPr b="0" lang="it-IT" sz="2200" strike="noStrike" u="none">
                <a:solidFill>
                  <a:schemeClr val="dk1"/>
                </a:solidFill>
                <a:effectLst/>
                <a:uFillTx/>
                <a:latin typeface="Asana"/>
                <a:ea typeface="Asana"/>
              </a:rPr>
              <a:t>à</a:t>
            </a:r>
            <a:r>
              <a:rPr b="0" lang="it-IT" sz="22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 di dati.</a:t>
            </a:r>
            <a:endParaRPr b="0" lang="it-IT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8" name="Title 1"/>
          <p:cNvSpPr/>
          <p:nvPr/>
        </p:nvSpPr>
        <p:spPr>
          <a:xfrm>
            <a:off x="609480" y="2872800"/>
            <a:ext cx="3589200" cy="55548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rmAutofit/>
          </a:bodyPr>
          <a:p>
            <a:pPr algn="ctr" defTabSz="914400">
              <a:lnSpc>
                <a:spcPct val="100000"/>
              </a:lnSpc>
            </a:pPr>
            <a:r>
              <a:rPr b="1" lang="en-US" sz="26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mbria"/>
                <a:ea typeface="Cambria"/>
              </a:rPr>
              <a:t>Cosa è un Algoritmo?</a:t>
            </a:r>
            <a:endParaRPr b="0" lang="it-I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9" name="Content Placeholder 2"/>
          <p:cNvSpPr/>
          <p:nvPr/>
        </p:nvSpPr>
        <p:spPr>
          <a:xfrm>
            <a:off x="609480" y="3429000"/>
            <a:ext cx="10972080" cy="4572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Una sequenza di operazioni che il computer esegue, come facciamo noi con una ricetta!</a:t>
            </a:r>
            <a:endParaRPr b="0" lang="it-IT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0" name="Ovale 30999003"/>
          <p:cNvSpPr/>
          <p:nvPr/>
        </p:nvSpPr>
        <p:spPr>
          <a:xfrm>
            <a:off x="359280" y="4420080"/>
            <a:ext cx="2563920" cy="718200"/>
          </a:xfrm>
          <a:prstGeom prst="ellipse">
            <a:avLst/>
          </a:prstGeom>
          <a:solidFill>
            <a:schemeClr val="lt1">
              <a:alpha val="53000"/>
            </a:schemeClr>
          </a:solidFill>
          <a:ln w="25560">
            <a:solidFill>
              <a:srgbClr val="0f24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Riempi una pendola d’acqua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1" name="Ovale 403171985"/>
          <p:cNvSpPr/>
          <p:nvPr/>
        </p:nvSpPr>
        <p:spPr>
          <a:xfrm>
            <a:off x="3531600" y="4420080"/>
            <a:ext cx="2563920" cy="718200"/>
          </a:xfrm>
          <a:prstGeom prst="ellipse">
            <a:avLst/>
          </a:prstGeom>
          <a:solidFill>
            <a:schemeClr val="lt1">
              <a:alpha val="53000"/>
            </a:schemeClr>
          </a:solidFill>
          <a:ln w="25560">
            <a:solidFill>
              <a:srgbClr val="0f24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Mettila sui fornelli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2" name="Ovale 1751772484"/>
          <p:cNvSpPr/>
          <p:nvPr/>
        </p:nvSpPr>
        <p:spPr>
          <a:xfrm>
            <a:off x="6494760" y="4420080"/>
            <a:ext cx="2563920" cy="718200"/>
          </a:xfrm>
          <a:prstGeom prst="ellipse">
            <a:avLst/>
          </a:prstGeom>
          <a:solidFill>
            <a:schemeClr val="lt1">
              <a:alpha val="53000"/>
            </a:schemeClr>
          </a:solidFill>
          <a:ln w="25560">
            <a:solidFill>
              <a:srgbClr val="0f24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Accendi il fuoco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3" name="Ovale 2134830240"/>
          <p:cNvSpPr/>
          <p:nvPr/>
        </p:nvSpPr>
        <p:spPr>
          <a:xfrm>
            <a:off x="9716400" y="4420080"/>
            <a:ext cx="1788480" cy="718200"/>
          </a:xfrm>
          <a:prstGeom prst="ellipse">
            <a:avLst/>
          </a:prstGeom>
          <a:solidFill>
            <a:schemeClr val="lt1">
              <a:alpha val="53000"/>
            </a:schemeClr>
          </a:solidFill>
          <a:ln w="25560">
            <a:solidFill>
              <a:srgbClr val="0f24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...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74" name="Connettore diritto 1355572666"/>
          <p:cNvCxnSpPr>
            <a:stCxn id="1070" idx="6"/>
            <a:endCxn id="1071" idx="2"/>
          </p:cNvCxnSpPr>
          <p:nvPr/>
        </p:nvCxnSpPr>
        <p:spPr>
          <a:xfrm>
            <a:off x="2923200" y="4779360"/>
            <a:ext cx="608760" cy="360"/>
          </a:xfrm>
          <a:prstGeom prst="straightConnector1">
            <a:avLst/>
          </a:prstGeom>
          <a:ln w="9360">
            <a:solidFill>
              <a:srgbClr val="0000b7"/>
            </a:solidFill>
            <a:round/>
            <a:tailEnd len="med" type="arrow" w="med"/>
          </a:ln>
        </p:spPr>
      </p:cxnSp>
      <p:cxnSp>
        <p:nvCxnSpPr>
          <p:cNvPr id="1075" name="Connettore diritto 343526006"/>
          <p:cNvCxnSpPr>
            <a:stCxn id="1071" idx="6"/>
            <a:endCxn id="1072" idx="2"/>
          </p:cNvCxnSpPr>
          <p:nvPr/>
        </p:nvCxnSpPr>
        <p:spPr>
          <a:xfrm>
            <a:off x="6095520" y="4779360"/>
            <a:ext cx="399600" cy="360"/>
          </a:xfrm>
          <a:prstGeom prst="straightConnector1">
            <a:avLst/>
          </a:prstGeom>
          <a:ln w="9360">
            <a:solidFill>
              <a:srgbClr val="0000b7"/>
            </a:solidFill>
            <a:round/>
            <a:tailEnd len="med" type="arrow" w="med"/>
          </a:ln>
        </p:spPr>
      </p:cxnSp>
      <p:cxnSp>
        <p:nvCxnSpPr>
          <p:cNvPr id="1076" name="Connettore diritto 2043989113"/>
          <p:cNvCxnSpPr>
            <a:stCxn id="1072" idx="6"/>
            <a:endCxn id="1073" idx="2"/>
          </p:cNvCxnSpPr>
          <p:nvPr/>
        </p:nvCxnSpPr>
        <p:spPr>
          <a:xfrm>
            <a:off x="9058680" y="4779360"/>
            <a:ext cx="658080" cy="360"/>
          </a:xfrm>
          <a:prstGeom prst="straightConnector1">
            <a:avLst/>
          </a:prstGeom>
          <a:ln w="9360">
            <a:solidFill>
              <a:srgbClr val="0000b7"/>
            </a:solidFill>
            <a:round/>
            <a:tailEnd len="med" type="arrow" w="med"/>
          </a:ln>
        </p:spPr>
      </p:cxnSp>
      <p:cxnSp>
        <p:nvCxnSpPr>
          <p:cNvPr id="1077" name="Connettore diritto 11882819"/>
          <p:cNvCxnSpPr/>
          <p:nvPr/>
        </p:nvCxnSpPr>
        <p:spPr>
          <a:xfrm>
            <a:off x="2923560" y="4779360"/>
            <a:ext cx="608400" cy="720"/>
          </a:xfrm>
          <a:prstGeom prst="straightConnector1">
            <a:avLst/>
          </a:prstGeom>
          <a:ln w="19080">
            <a:solidFill>
              <a:srgbClr val="0f243e"/>
            </a:solidFill>
            <a:round/>
            <a:tailEnd len="med" type="arrow" w="med"/>
          </a:ln>
        </p:spPr>
      </p:cxnSp>
      <p:cxnSp>
        <p:nvCxnSpPr>
          <p:cNvPr id="1078" name="Connettore diritto 2059489235"/>
          <p:cNvCxnSpPr/>
          <p:nvPr/>
        </p:nvCxnSpPr>
        <p:spPr>
          <a:xfrm>
            <a:off x="6095880" y="4779360"/>
            <a:ext cx="399240" cy="720"/>
          </a:xfrm>
          <a:prstGeom prst="straightConnector1">
            <a:avLst/>
          </a:prstGeom>
          <a:ln w="19080">
            <a:solidFill>
              <a:srgbClr val="0f243e"/>
            </a:solidFill>
            <a:round/>
            <a:tailEnd len="med" type="arrow" w="med"/>
          </a:ln>
        </p:spPr>
      </p:cxnSp>
      <p:cxnSp>
        <p:nvCxnSpPr>
          <p:cNvPr id="1079" name="Connettore diritto 199565379"/>
          <p:cNvCxnSpPr/>
          <p:nvPr/>
        </p:nvCxnSpPr>
        <p:spPr>
          <a:xfrm>
            <a:off x="9059040" y="4779360"/>
            <a:ext cx="658080" cy="720"/>
          </a:xfrm>
          <a:prstGeom prst="straightConnector1">
            <a:avLst/>
          </a:prstGeom>
          <a:ln w="19080">
            <a:solidFill>
              <a:srgbClr val="0f243e"/>
            </a:solidFill>
            <a:round/>
            <a:tailEnd len="med" type="arrow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PlaceHolder 1"/>
          <p:cNvSpPr>
            <a:spLocks noGrp="1"/>
          </p:cNvSpPr>
          <p:nvPr>
            <p:ph type="title"/>
          </p:nvPr>
        </p:nvSpPr>
        <p:spPr>
          <a:xfrm>
            <a:off x="245520" y="1182240"/>
            <a:ext cx="4968000" cy="555480"/>
          </a:xfrm>
          <a:prstGeom prst="rect">
            <a:avLst/>
          </a:prstGeom>
          <a:solidFill>
            <a:schemeClr val="lt1">
              <a:alpha val="84000"/>
            </a:schemeClr>
          </a:solidFill>
          <a:ln w="0">
            <a:noFill/>
          </a:ln>
        </p:spPr>
        <p:txBody>
          <a:bodyPr numCol="1" spcCol="0" lIns="91440" rIns="91440" tIns="45720" bIns="45720" anchor="ctr">
            <a:normAutofit fontScale="85000"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-IT" sz="26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mbria"/>
                <a:ea typeface="Cambria"/>
              </a:rPr>
              <a:t>Quindi cosa fa il Machine Learning...?</a:t>
            </a:r>
            <a:endParaRPr b="0" lang="it-I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1" name="PlaceHolder 2"/>
          <p:cNvSpPr>
            <a:spLocks noGrp="1"/>
          </p:cNvSpPr>
          <p:nvPr>
            <p:ph/>
          </p:nvPr>
        </p:nvSpPr>
        <p:spPr>
          <a:xfrm>
            <a:off x="245520" y="1738440"/>
            <a:ext cx="11163960" cy="82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22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Permette al computer di “adattarsi” per risolvere problemi specifici di cui non ha la soluzione a priori. </a:t>
            </a:r>
            <a:endParaRPr b="0" lang="it-IT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2" name="Immagine 1490961805" descr=""/>
          <p:cNvPicPr/>
          <p:nvPr/>
        </p:nvPicPr>
        <p:blipFill>
          <a:blip r:embed="rId1"/>
          <a:stretch/>
        </p:blipFill>
        <p:spPr>
          <a:xfrm>
            <a:off x="7018560" y="3239640"/>
            <a:ext cx="4556520" cy="199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3" name="CasellaDiTesto 997255335"/>
          <p:cNvSpPr/>
          <p:nvPr/>
        </p:nvSpPr>
        <p:spPr>
          <a:xfrm>
            <a:off x="245520" y="2633040"/>
            <a:ext cx="6115320" cy="332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it-IT" sz="16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Esempio: filtro anti-spam</a:t>
            </a:r>
            <a:endParaRPr b="0" lang="it-IT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it-IT" sz="16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Ogni volta che segni un’email come “spam” stai insegnando qualcosa al computer.</a:t>
            </a:r>
            <a:endParaRPr b="0" lang="it-IT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it-IT" sz="16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Con il tempo, il sistema osserva che le email che contengono spesso parole come “vinci” o “offerta imperdibile” sono da te considerate spam, l’algoritmo del sistema metterà quindi in automatico nella cartella spam le email che hanno queste parole ed altre caratteristiche che ha riconosciuto.</a:t>
            </a:r>
            <a:endParaRPr b="0" lang="it-IT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it-IT" sz="16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Il machine learning permette quindi al computer di imparare dagli esempi invece di seguire solo regole fisse scritte da un programmatore.</a:t>
            </a:r>
            <a:endParaRPr b="0" lang="it-IT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PlaceHolder 1"/>
          <p:cNvSpPr>
            <a:spLocks noGrp="1"/>
          </p:cNvSpPr>
          <p:nvPr>
            <p:ph type="title"/>
          </p:nvPr>
        </p:nvSpPr>
        <p:spPr>
          <a:xfrm>
            <a:off x="245520" y="1071360"/>
            <a:ext cx="4968000" cy="555480"/>
          </a:xfrm>
          <a:prstGeom prst="rect">
            <a:avLst/>
          </a:prstGeom>
          <a:solidFill>
            <a:schemeClr val="lt1">
              <a:alpha val="84000"/>
            </a:schemeClr>
          </a:solidFill>
          <a:ln w="0">
            <a:noFill/>
          </a:ln>
        </p:spPr>
        <p:txBody>
          <a:bodyPr numCol="1" spcCol="0" lIns="91440" rIns="91440" tIns="45720" bIns="45720" anchor="ctr">
            <a:normAutofit fontScale="85000"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-IT" sz="26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mbria"/>
                <a:ea typeface="Cambria"/>
              </a:rPr>
              <a:t>Vediamo in pratica! Algoritmo KNN</a:t>
            </a:r>
            <a:endParaRPr b="0" lang="it-I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5" name="PlaceHolder 2"/>
          <p:cNvSpPr>
            <a:spLocks noGrp="1"/>
          </p:cNvSpPr>
          <p:nvPr>
            <p:ph/>
          </p:nvPr>
        </p:nvSpPr>
        <p:spPr>
          <a:xfrm>
            <a:off x="245520" y="1627560"/>
            <a:ext cx="11163960" cy="4761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Un'azienda di snack deve identificare velocemente del cibo che gli arriva, deve mettere in dei contenitori le banane ed in altri le mandorle. Deve farlo senza rovina il cibo e quindi non può usare dei filtri meccanici.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Che caratteristiche di banane e mandorle può usare per differenziale?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Provate a metterle in ordine</a:t>
            </a: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mbria"/>
                <a:ea typeface="Arial"/>
              </a:rPr>
              <a:t> di importanza, scegliete le due più caratteristiche…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PlaceHolder 1"/>
          <p:cNvSpPr>
            <a:spLocks noGrp="1"/>
          </p:cNvSpPr>
          <p:nvPr>
            <p:ph type="title"/>
          </p:nvPr>
        </p:nvSpPr>
        <p:spPr>
          <a:xfrm>
            <a:off x="245520" y="1071360"/>
            <a:ext cx="4968000" cy="555480"/>
          </a:xfrm>
          <a:prstGeom prst="rect">
            <a:avLst/>
          </a:prstGeom>
          <a:solidFill>
            <a:schemeClr val="lt1">
              <a:alpha val="84000"/>
            </a:schemeClr>
          </a:solidFill>
          <a:ln w="0">
            <a:noFill/>
          </a:ln>
        </p:spPr>
        <p:txBody>
          <a:bodyPr numCol="1" spcCol="0" lIns="91440" rIns="91440" tIns="45720" bIns="45720" anchor="ctr">
            <a:normAutofit fontScale="85000"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-IT" sz="26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mbria"/>
                <a:ea typeface="Cambria"/>
              </a:rPr>
              <a:t>Vediamo in pratica! Algoritmo KNN</a:t>
            </a:r>
            <a:endParaRPr b="0" lang="it-I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7" name="PlaceHolder 2"/>
          <p:cNvSpPr>
            <a:spLocks noGrp="1"/>
          </p:cNvSpPr>
          <p:nvPr>
            <p:ph/>
          </p:nvPr>
        </p:nvSpPr>
        <p:spPr>
          <a:xfrm>
            <a:off x="245520" y="1627560"/>
            <a:ext cx="11163960" cy="4761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Un'azienda di snack deve identificare velocemente del cibo che gli arriva, deve mettere in dei contenitori le banane ed in altri le mandorle. Deve farlo senza rovina il cibo e quindi non può usare dei filtri meccanici.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Che caratteristiche di banane e mandorle può usare per differenziale?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Provate a metterle in ordine</a:t>
            </a: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mbria"/>
                <a:ea typeface="Arial"/>
              </a:rPr>
              <a:t> di importanza, scegliete le due più caratteristiche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f243e"/>
              </a:buClr>
              <a:buFont typeface="Arial"/>
              <a:buChar char="•"/>
              <a:tabLst>
                <a:tab algn="l" pos="0"/>
              </a:tabLst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Colore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f243e"/>
              </a:buClr>
              <a:buFont typeface="Arial"/>
              <a:buChar char="•"/>
              <a:tabLst>
                <a:tab algn="l" pos="0"/>
              </a:tabLst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Durezza (che forza da applicare prima che si rompano)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f243e"/>
              </a:buClr>
              <a:buFont typeface="Arial"/>
              <a:buChar char="•"/>
              <a:tabLst>
                <a:tab algn="l" pos="0"/>
              </a:tabLst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Volume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f243e"/>
              </a:buClr>
              <a:buFont typeface="Arial"/>
              <a:buChar char="•"/>
              <a:tabLst>
                <a:tab algn="l" pos="0"/>
              </a:tabLst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Dolcezza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f243e"/>
              </a:buClr>
              <a:buFont typeface="Arial"/>
              <a:buChar char="•"/>
              <a:tabLst>
                <a:tab algn="l" pos="0"/>
              </a:tabLst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Peso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f243e"/>
              </a:buClr>
              <a:buFont typeface="Arial"/>
              <a:buChar char="•"/>
              <a:tabLst>
                <a:tab algn="l" pos="0"/>
              </a:tabLst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Buccia (si/no)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f243e"/>
              </a:buClr>
              <a:buFont typeface="Arial"/>
              <a:buChar char="•"/>
              <a:tabLst>
                <a:tab algn="l" pos="0"/>
              </a:tabLst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Conduzione elettrica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PlaceHolder 1"/>
          <p:cNvSpPr>
            <a:spLocks noGrp="1"/>
          </p:cNvSpPr>
          <p:nvPr>
            <p:ph type="title"/>
          </p:nvPr>
        </p:nvSpPr>
        <p:spPr>
          <a:xfrm>
            <a:off x="245520" y="1071360"/>
            <a:ext cx="4968000" cy="555480"/>
          </a:xfrm>
          <a:prstGeom prst="rect">
            <a:avLst/>
          </a:prstGeom>
          <a:solidFill>
            <a:schemeClr val="lt1">
              <a:alpha val="84000"/>
            </a:schemeClr>
          </a:solidFill>
          <a:ln w="0">
            <a:noFill/>
          </a:ln>
        </p:spPr>
        <p:txBody>
          <a:bodyPr numCol="1" spcCol="0" lIns="91440" rIns="91440" tIns="45720" bIns="45720" anchor="ctr">
            <a:normAutofit fontScale="85000"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-IT" sz="26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mbria"/>
                <a:ea typeface="Cambria"/>
              </a:rPr>
              <a:t>Vediamo in pratica! Algoritmo KNN</a:t>
            </a:r>
            <a:endParaRPr b="0" lang="it-I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9" name="PlaceHolder 2"/>
          <p:cNvSpPr>
            <a:spLocks noGrp="1"/>
          </p:cNvSpPr>
          <p:nvPr>
            <p:ph/>
          </p:nvPr>
        </p:nvSpPr>
        <p:spPr>
          <a:xfrm>
            <a:off x="245520" y="1627560"/>
            <a:ext cx="11163960" cy="794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Bene, avete fatto un processo di selezione e scelto le proprietà più caratteristiche. Ora possiamo usare l’algoritmo KNN (K-Nearest Neighbors, semplicificato):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0" name="Immagine 666845148" descr=""/>
          <p:cNvPicPr/>
          <p:nvPr/>
        </p:nvPicPr>
        <p:blipFill>
          <a:blip r:embed="rId1"/>
          <a:stretch/>
        </p:blipFill>
        <p:spPr>
          <a:xfrm>
            <a:off x="6279120" y="2607840"/>
            <a:ext cx="5846400" cy="3218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1" name="CasellaDiTesto 1660244799"/>
          <p:cNvSpPr/>
          <p:nvPr/>
        </p:nvSpPr>
        <p:spPr>
          <a:xfrm>
            <a:off x="245520" y="2526480"/>
            <a:ext cx="5940720" cy="365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it-IT" sz="18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Apprendimento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1720" indent="-261720" defTabSz="914400">
              <a:lnSpc>
                <a:spcPct val="100000"/>
              </a:lnSpc>
              <a:buClr>
                <a:srgbClr val="0f243e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Prendi tante banane e mandorle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1720" indent="-261720" defTabSz="914400">
              <a:lnSpc>
                <a:spcPct val="100000"/>
              </a:lnSpc>
              <a:buClr>
                <a:srgbClr val="0f243e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Misura le due caratteristiche (in questo es. dolcezza e durezza)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1720" indent="-261720" defTabSz="914400">
              <a:lnSpc>
                <a:spcPct val="100000"/>
              </a:lnSpc>
              <a:buClr>
                <a:srgbClr val="0f243e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Metti i valori misurati in un piano cartesiano bi-dimensionale (es. asse  x dolcezza, asse y durezza)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it-IT" sz="18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Utilizzo (Inferenza)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0f243e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Arriva un nuovo cibo, non sappiamo cosa sia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0f243e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Misura dolcezza e durezza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0f243e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Calcola la distanza tra il nuovo cibo e quelli presenti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0f243e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Se il nuovo cibo </a:t>
            </a: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Asana"/>
                <a:ea typeface="Asana"/>
              </a:rPr>
              <a:t>è</a:t>
            </a: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 piu vicino alle banane, lo smistiamo tra le banane, altrimenti tra le mandorle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PlaceHolder 1"/>
          <p:cNvSpPr>
            <a:spLocks noGrp="1"/>
          </p:cNvSpPr>
          <p:nvPr>
            <p:ph type="title"/>
          </p:nvPr>
        </p:nvSpPr>
        <p:spPr>
          <a:xfrm>
            <a:off x="245520" y="1071360"/>
            <a:ext cx="4968000" cy="555480"/>
          </a:xfrm>
          <a:prstGeom prst="rect">
            <a:avLst/>
          </a:prstGeom>
          <a:solidFill>
            <a:schemeClr val="lt1">
              <a:alpha val="84000"/>
            </a:schemeClr>
          </a:solidFill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-IT" sz="26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mbria"/>
                <a:ea typeface="Cambria"/>
              </a:rPr>
              <a:t>K cosa?</a:t>
            </a:r>
            <a:endParaRPr b="0" lang="it-I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3" name="PlaceHolder 2"/>
          <p:cNvSpPr>
            <a:spLocks noGrp="1"/>
          </p:cNvSpPr>
          <p:nvPr>
            <p:ph/>
          </p:nvPr>
        </p:nvSpPr>
        <p:spPr>
          <a:xfrm>
            <a:off x="245520" y="1627560"/>
            <a:ext cx="11163960" cy="11646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KNN, K-Nearest Neighbors: i K vicini più vicini.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Per capire se il nuovo cibo </a:t>
            </a: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Asana"/>
                <a:ea typeface="Asana"/>
              </a:rPr>
              <a:t>è</a:t>
            </a: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 più vicino alle banane o alle mandorle uso il numero K (es. 3, 1, 5):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Misuro la distanza tra il nuovo cibo e tutti gli altri, es: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4" name="Immagine 807282480" descr=""/>
          <p:cNvPicPr/>
          <p:nvPr/>
        </p:nvPicPr>
        <p:blipFill>
          <a:blip r:embed="rId1"/>
          <a:stretch/>
        </p:blipFill>
        <p:spPr>
          <a:xfrm>
            <a:off x="7755120" y="2558520"/>
            <a:ext cx="3654000" cy="2679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5" name=""/>
          <p:cNvSpPr/>
          <p:nvPr/>
        </p:nvSpPr>
        <p:spPr>
          <a:xfrm>
            <a:off x="245520" y="5434920"/>
            <a:ext cx="10075680" cy="91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Se, per esempio, K vale 4, prendo le 4 più vicine: 1cm(banana), 3cm(banana),5cm(mandorla), 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8cm(banana).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Tra le 4 piu vicine, 3 sono banane, quindi il nuovo cibo probabilmente sarà una banana!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96" name="Table 55183991"/>
          <p:cNvGraphicFramePr/>
          <p:nvPr/>
        </p:nvGraphicFramePr>
        <p:xfrm>
          <a:off x="311040" y="2697480"/>
          <a:ext cx="5883480" cy="2199960"/>
        </p:xfrm>
        <a:graphic>
          <a:graphicData uri="http://schemas.openxmlformats.org/drawingml/2006/table">
            <a:tbl>
              <a:tblPr/>
              <a:tblGrid>
                <a:gridCol w="2985480"/>
                <a:gridCol w="2898360"/>
              </a:tblGrid>
              <a:tr h="3636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it-IT" sz="10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Cibo</a:t>
                      </a:r>
                      <a:endParaRPr b="0" lang="it-IT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it-IT" sz="10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Distanza</a:t>
                      </a:r>
                      <a:endParaRPr b="0" lang="it-IT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20000"/>
                      </a:schemeClr>
                    </a:solidFill>
                  </a:tcPr>
                </a:tc>
              </a:tr>
              <a:tr h="3636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0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Banana</a:t>
                      </a:r>
                      <a:endParaRPr b="0" lang="it-IT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0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3 cm</a:t>
                      </a:r>
                      <a:endParaRPr b="0" lang="it-IT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40000"/>
                      </a:schemeClr>
                    </a:solidFill>
                  </a:tcPr>
                </a:tc>
              </a:tr>
              <a:tr h="3636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0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Banana</a:t>
                      </a:r>
                      <a:endParaRPr b="0" lang="it-IT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0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13 cm</a:t>
                      </a:r>
                      <a:endParaRPr b="0" lang="it-IT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20000"/>
                      </a:schemeClr>
                    </a:solidFill>
                  </a:tcPr>
                </a:tc>
              </a:tr>
              <a:tr h="3636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0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Mandorla</a:t>
                      </a:r>
                      <a:endParaRPr b="0" lang="it-IT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0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5 cm</a:t>
                      </a:r>
                      <a:endParaRPr b="0" lang="it-IT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40000"/>
                      </a:schemeClr>
                    </a:solidFill>
                  </a:tcPr>
                </a:tc>
              </a:tr>
              <a:tr h="3636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0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Banana</a:t>
                      </a:r>
                      <a:endParaRPr b="0" lang="it-IT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0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1 cm</a:t>
                      </a:r>
                      <a:endParaRPr b="0" lang="it-IT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20000"/>
                      </a:schemeClr>
                    </a:solidFill>
                  </a:tcPr>
                </a:tc>
              </a:tr>
              <a:tr h="3636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0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Mandorla</a:t>
                      </a:r>
                      <a:endParaRPr b="0" lang="it-IT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0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15 cm</a:t>
                      </a:r>
                      <a:endParaRPr b="0" lang="it-IT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40000"/>
                      </a:schemeClr>
                    </a:solidFill>
                  </a:tcPr>
                </a:tc>
              </a:tr>
              <a:tr h="3636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0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Banana</a:t>
                      </a:r>
                      <a:endParaRPr b="0" lang="it-IT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0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8 cm</a:t>
                      </a:r>
                      <a:endParaRPr b="0" lang="it-IT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20000"/>
                      </a:schemeClr>
                    </a:solidFill>
                  </a:tcPr>
                </a:tc>
              </a:tr>
              <a:tr h="3636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0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Banana</a:t>
                      </a:r>
                      <a:endParaRPr b="0" lang="it-IT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0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10 cm</a:t>
                      </a:r>
                      <a:endParaRPr b="0" lang="it-IT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40000"/>
                      </a:schemeClr>
                    </a:solidFill>
                  </a:tcPr>
                </a:tc>
              </a:tr>
              <a:tr h="3636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0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Mandorla</a:t>
                      </a:r>
                      <a:endParaRPr b="0" lang="it-IT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0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9 cm</a:t>
                      </a:r>
                      <a:endParaRPr b="0" lang="it-IT" sz="1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PlaceHolder 1"/>
          <p:cNvSpPr>
            <a:spLocks noGrp="1"/>
          </p:cNvSpPr>
          <p:nvPr>
            <p:ph type="title"/>
          </p:nvPr>
        </p:nvSpPr>
        <p:spPr>
          <a:xfrm>
            <a:off x="245520" y="1071360"/>
            <a:ext cx="5350680" cy="555480"/>
          </a:xfrm>
          <a:prstGeom prst="rect">
            <a:avLst/>
          </a:prstGeom>
          <a:solidFill>
            <a:schemeClr val="lt1">
              <a:alpha val="84000"/>
            </a:schemeClr>
          </a:solidFill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-IT" sz="26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mbria"/>
                <a:ea typeface="Cambria"/>
              </a:rPr>
              <a:t>Se volessimo essere più precisi?</a:t>
            </a:r>
            <a:endParaRPr b="0" lang="it-I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8" name="PlaceHolder 2"/>
          <p:cNvSpPr>
            <a:spLocks noGrp="1"/>
          </p:cNvSpPr>
          <p:nvPr>
            <p:ph/>
          </p:nvPr>
        </p:nvSpPr>
        <p:spPr>
          <a:xfrm>
            <a:off x="245520" y="1627560"/>
            <a:ext cx="11163960" cy="13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22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Niente ci limita a due caratteristiche! Possiamo prenderne quante ne vogliamo!</a:t>
            </a:r>
            <a:endParaRPr b="0" lang="it-IT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2200" strike="noStrike" u="non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Non potremmo visualizzare un grafico a 5 dimensioni ma possiamo tranquillamente calcolare la distanza tra un punto a 5 dimensioni e un altro.</a:t>
            </a:r>
            <a:endParaRPr b="0" lang="it-IT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9" name="Immagine 1754298502" descr=""/>
          <p:cNvPicPr/>
          <p:nvPr/>
        </p:nvPicPr>
        <p:blipFill>
          <a:blip r:embed="rId1"/>
          <a:stretch/>
        </p:blipFill>
        <p:spPr>
          <a:xfrm>
            <a:off x="1100520" y="2890440"/>
            <a:ext cx="3395160" cy="337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0" name="Title 1"/>
          <p:cNvSpPr/>
          <p:nvPr/>
        </p:nvSpPr>
        <p:spPr>
          <a:xfrm>
            <a:off x="6233040" y="2996280"/>
            <a:ext cx="5350680" cy="55548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normAutofit/>
          </a:bodyPr>
          <a:p>
            <a:pPr algn="ctr" defTabSz="914400">
              <a:lnSpc>
                <a:spcPct val="100000"/>
              </a:lnSpc>
            </a:pPr>
            <a:r>
              <a:rPr b="1" lang="en-US" sz="26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mbria"/>
                <a:ea typeface="Cambria"/>
              </a:rPr>
              <a:t>Applicazioni pi</a:t>
            </a:r>
            <a:r>
              <a:rPr b="1" lang="it-IT" sz="26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mbria"/>
                <a:ea typeface="Cambria"/>
              </a:rPr>
              <a:t>ù</a:t>
            </a:r>
            <a:r>
              <a:rPr b="1" lang="en-US" sz="26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mbria"/>
                <a:ea typeface="Cambria"/>
              </a:rPr>
              <a:t> rilevanti?</a:t>
            </a:r>
            <a:endParaRPr b="0" lang="it-I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01" name="Tabella 2071495822"/>
          <p:cNvGraphicFramePr/>
          <p:nvPr/>
        </p:nvGraphicFramePr>
        <p:xfrm>
          <a:off x="5199120" y="3736440"/>
          <a:ext cx="6663960" cy="2079360"/>
        </p:xfrm>
        <a:graphic>
          <a:graphicData uri="http://schemas.openxmlformats.org/drawingml/2006/table">
            <a:tbl>
              <a:tblPr/>
              <a:tblGrid>
                <a:gridCol w="2250000"/>
                <a:gridCol w="4414320"/>
              </a:tblGrid>
              <a:tr h="6778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it-IT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mbria"/>
                          <a:ea typeface="Cambria"/>
                        </a:rPr>
                        <a:t>Filtri Spam</a:t>
                      </a:r>
                      <a:endParaRPr b="0" lang="it-IT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mbria"/>
                          <a:ea typeface="Cambria"/>
                        </a:rPr>
                        <a:t>Classificare le e-mail in arrivo come spam o non spam, misurando la somiglianza con esempi già etichettati.</a:t>
                      </a:r>
                      <a:endParaRPr b="0" lang="it-IT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20000"/>
                      </a:schemeClr>
                    </a:solidFill>
                  </a:tcPr>
                </a:tc>
              </a:tr>
              <a:tr h="7236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it-IT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mbria"/>
                          <a:ea typeface="Cambria"/>
                        </a:rPr>
                        <a:t>Diagnostica medica</a:t>
                      </a:r>
                      <a:endParaRPr b="0" lang="it-IT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4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mbria"/>
                          <a:ea typeface="Cambria"/>
                        </a:rPr>
                        <a:t>Predire la tipologia di tumore confrontando le caratteristiche di un nuovo paziente con casi noti.</a:t>
                      </a:r>
                      <a:endParaRPr b="0" lang="it-IT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40000"/>
                      </a:schemeClr>
                    </a:solidFill>
                  </a:tcPr>
                </a:tc>
              </a:tr>
              <a:tr h="6778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it-IT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mbria"/>
                          <a:ea typeface="Cambria"/>
                        </a:rPr>
                        <a:t>Sistemi di raccomandazione</a:t>
                      </a:r>
                      <a:endParaRPr b="0" lang="it-IT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mbria"/>
                          <a:ea typeface="Cambria"/>
                        </a:rPr>
                        <a:t>Suggerire prodotti simili a quelli già acquistati da utenti con gusti analoghi.</a:t>
                      </a:r>
                      <a:endParaRPr b="0" lang="it-IT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b050"/>
                      </a:solidFill>
                      <a:prstDash val="solid"/>
                    </a:lnL>
                    <a:lnR w="12240">
                      <a:solidFill>
                        <a:srgbClr val="00b050"/>
                      </a:solidFill>
                      <a:prstDash val="solid"/>
                    </a:lnR>
                    <a:lnT w="12240">
                      <a:solidFill>
                        <a:srgbClr val="00b050"/>
                      </a:solidFill>
                      <a:prstDash val="solid"/>
                    </a:lnT>
                    <a:lnB w="12240">
                      <a:solidFill>
                        <a:srgbClr val="00b050"/>
                      </a:solidFill>
                      <a:prstDash val="solid"/>
                    </a:lnB>
                    <a:solidFill>
                      <a:schemeClr val="accent3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PlaceHolder 1"/>
          <p:cNvSpPr>
            <a:spLocks noGrp="1"/>
          </p:cNvSpPr>
          <p:nvPr>
            <p:ph type="title"/>
          </p:nvPr>
        </p:nvSpPr>
        <p:spPr>
          <a:xfrm>
            <a:off x="1788840" y="1053360"/>
            <a:ext cx="8613720" cy="1387800"/>
          </a:xfrm>
          <a:prstGeom prst="rect">
            <a:avLst/>
          </a:prstGeom>
          <a:solidFill>
            <a:schemeClr val="lt1">
              <a:alpha val="84000"/>
            </a:schemeClr>
          </a:solidFill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-IT" sz="32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Arial"/>
                <a:ea typeface="Arial"/>
              </a:rPr>
              <a:t>Ora tocca a voi!</a:t>
            </a:r>
            <a:endParaRPr b="0" lang="it-IT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3" name="Segnaposto contenuto 3" descr=""/>
          <p:cNvPicPr/>
          <p:nvPr/>
        </p:nvPicPr>
        <p:blipFill>
          <a:blip r:embed="rId1"/>
          <a:stretch/>
        </p:blipFill>
        <p:spPr>
          <a:xfrm>
            <a:off x="4293000" y="2441880"/>
            <a:ext cx="3605400" cy="3435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Basic">
  <a:themeElements>
    <a:clrScheme name="Color">
      <a:dk1>
        <a:srgbClr val="0f243e"/>
      </a:dk1>
      <a:lt1>
        <a:srgbClr val="ffffff"/>
      </a:lt1>
      <a:dk2>
        <a:srgbClr val="1f497d"/>
      </a:dk2>
      <a:lt2>
        <a:srgbClr val="eeece1"/>
      </a:lt2>
      <a:accent1>
        <a:srgbClr val="0000ff"/>
      </a:accent1>
      <a:accent2>
        <a:srgbClr val="fe19ff"/>
      </a:accent2>
      <a:accent3>
        <a:srgbClr val="00b050"/>
      </a:accent3>
      <a:accent4>
        <a:srgbClr val="ff0000"/>
      </a:accent4>
      <a:accent5>
        <a:srgbClr val="4bacc6"/>
      </a:accent5>
      <a:accent6>
        <a:srgbClr val="ffff00"/>
      </a:accent6>
      <a:hlink>
        <a:srgbClr val="548dd4"/>
      </a:hlink>
      <a:folHlink>
        <a:srgbClr val="fe19ff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asic">
  <a:themeElements>
    <a:clrScheme name="Color">
      <a:dk1>
        <a:srgbClr val="0f243e"/>
      </a:dk1>
      <a:lt1>
        <a:srgbClr val="ffffff"/>
      </a:lt1>
      <a:dk2>
        <a:srgbClr val="1f497d"/>
      </a:dk2>
      <a:lt2>
        <a:srgbClr val="eeece1"/>
      </a:lt2>
      <a:accent1>
        <a:srgbClr val="0000ff"/>
      </a:accent1>
      <a:accent2>
        <a:srgbClr val="fe19ff"/>
      </a:accent2>
      <a:accent3>
        <a:srgbClr val="00b050"/>
      </a:accent3>
      <a:accent4>
        <a:srgbClr val="ff0000"/>
      </a:accent4>
      <a:accent5>
        <a:srgbClr val="4bacc6"/>
      </a:accent5>
      <a:accent6>
        <a:srgbClr val="ffff00"/>
      </a:accent6>
      <a:hlink>
        <a:srgbClr val="548dd4"/>
      </a:hlink>
      <a:folHlink>
        <a:srgbClr val="fe19ff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Basic">
  <a:themeElements>
    <a:clrScheme name="Color">
      <a:dk1>
        <a:srgbClr val="0f243e"/>
      </a:dk1>
      <a:lt1>
        <a:srgbClr val="ffffff"/>
      </a:lt1>
      <a:dk2>
        <a:srgbClr val="1f497d"/>
      </a:dk2>
      <a:lt2>
        <a:srgbClr val="eeece1"/>
      </a:lt2>
      <a:accent1>
        <a:srgbClr val="0000ff"/>
      </a:accent1>
      <a:accent2>
        <a:srgbClr val="fe19ff"/>
      </a:accent2>
      <a:accent3>
        <a:srgbClr val="00b050"/>
      </a:accent3>
      <a:accent4>
        <a:srgbClr val="ff0000"/>
      </a:accent4>
      <a:accent5>
        <a:srgbClr val="4bacc6"/>
      </a:accent5>
      <a:accent6>
        <a:srgbClr val="ffff00"/>
      </a:accent6>
      <a:hlink>
        <a:srgbClr val="548dd4"/>
      </a:hlink>
      <a:folHlink>
        <a:srgbClr val="fe19ff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Basic">
  <a:themeElements>
    <a:clrScheme name="Color">
      <a:dk1>
        <a:srgbClr val="0f243e"/>
      </a:dk1>
      <a:lt1>
        <a:srgbClr val="ffffff"/>
      </a:lt1>
      <a:dk2>
        <a:srgbClr val="1f497d"/>
      </a:dk2>
      <a:lt2>
        <a:srgbClr val="eeece1"/>
      </a:lt2>
      <a:accent1>
        <a:srgbClr val="0000ff"/>
      </a:accent1>
      <a:accent2>
        <a:srgbClr val="fe19ff"/>
      </a:accent2>
      <a:accent3>
        <a:srgbClr val="00b050"/>
      </a:accent3>
      <a:accent4>
        <a:srgbClr val="ff0000"/>
      </a:accent4>
      <a:accent5>
        <a:srgbClr val="4bacc6"/>
      </a:accent5>
      <a:accent6>
        <a:srgbClr val="ffff00"/>
      </a:accent6>
      <a:hlink>
        <a:srgbClr val="548dd4"/>
      </a:hlink>
      <a:folHlink>
        <a:srgbClr val="fe19ff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</TotalTime>
  <Application>LibreOffice/25.2.2.2$Linux_X86_64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it-IT</dc:language>
  <cp:lastModifiedBy/>
  <dcterms:modified xsi:type="dcterms:W3CDTF">2026-02-03T12:34:24Z</dcterms:modified>
  <cp:revision>14</cp:revision>
  <dc:subject/>
  <dc:title>Stage Informatica 2026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r8>2</vt:r8>
  </property>
  <property fmtid="{D5CDD505-2E9C-101B-9397-08002B2CF9AE}" pid="3" name="Notes">
    <vt:r8>9</vt:r8>
  </property>
  <property fmtid="{D5CDD505-2E9C-101B-9397-08002B2CF9AE}" pid="4" name="PresentationFormat">
    <vt:lpwstr>On-screen Show (4:3)</vt:lpwstr>
  </property>
  <property fmtid="{D5CDD505-2E9C-101B-9397-08002B2CF9AE}" pid="5" name="Slides">
    <vt:r8>9</vt:r8>
  </property>
</Properties>
</file>
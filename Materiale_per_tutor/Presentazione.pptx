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0505E3EF-67EA-436B-97B2-0124C06EBD24}">
  <a:tblStyle styleId="{0505E3EF-67EA-436B-97B2-0124C06EBD24}" styleName="Medium Style 4 - Accent 3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accent3"/>
              </a:solidFill>
            </a:ln>
          </a:left>
          <a:right>
            <a:ln w="12700">
              <a:solidFill>
                <a:schemeClr val="accent3"/>
              </a:solidFill>
            </a:ln>
          </a:right>
          <a:top>
            <a:ln w="12700">
              <a:solidFill>
                <a:schemeClr val="accent3"/>
              </a:solidFill>
            </a:ln>
          </a:top>
          <a:bottom>
            <a:ln w="12700">
              <a:solidFill>
                <a:schemeClr val="accent3"/>
              </a:solidFill>
            </a:ln>
          </a:bottom>
          <a:insideH>
            <a:ln w="12700">
              <a:solidFill>
                <a:schemeClr val="accent3"/>
              </a:solidFill>
            </a:ln>
          </a:insideH>
          <a:insideV>
            <a:ln w="12700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  <a:fill>
          <a:solidFill>
            <a:schemeClr val="accent3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accent3"/>
              </a:solidFill>
            </a:ln>
          </a:bottom>
        </a:tcBdr>
        <a:fill>
          <a:solidFill>
            <a:schemeClr val="accent3">
              <a:tint val="20000"/>
            </a:schemeClr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1301" y="403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23000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6908500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1/8/2026</a:t>
            </a:fld>
            <a:endParaRPr lang="en-US"/>
          </a:p>
        </p:txBody>
      </p:sp>
      <p:sp>
        <p:nvSpPr>
          <p:cNvPr id="55843703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8098373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54535712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5889326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512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222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38934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6710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0538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472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35EF75-229D-A5AD-0EF0-80512B42CD5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6118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8612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233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52B67B-0923-2478-E62D-360A22373DFA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9791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95738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69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77715-1BA3-7CE5-50E6-8E95DC912820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4959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5802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57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77715-1BA3-7CE5-50E6-8E95DC91282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4412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92687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8218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812077-4434-8086-8BE9-26326F27266C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460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0752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0395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3FD5B4-1C0B-BE39-178F-63B9C9E3F7E5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7333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693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1656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9FB700-1A63-200E-0FF0-8C1AC862E336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D5367B-72BC-75AB-D02D-142193FC02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301766" name="Title 1"/>
          <p:cNvSpPr>
            <a:spLocks noGrp="1"/>
          </p:cNvSpPr>
          <p:nvPr userDrawn="1">
            <p:ph type="ctrTitle"/>
          </p:nvPr>
        </p:nvSpPr>
        <p:spPr bwMode="auto">
          <a:xfrm>
            <a:off x="1070367" y="3140967"/>
            <a:ext cx="9994346" cy="1152127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96173179" name="Subtitle 2"/>
          <p:cNvSpPr>
            <a:spLocks noGrp="1"/>
          </p:cNvSpPr>
          <p:nvPr userDrawn="1">
            <p:ph type="subTitle" idx="1"/>
          </p:nvPr>
        </p:nvSpPr>
        <p:spPr bwMode="auto">
          <a:xfrm>
            <a:off x="2043473" y="4437111"/>
            <a:ext cx="8081653" cy="1008111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567049454" name="Date Placeholder 1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538009271" name="Footer Placeholder 1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9383587" name="Slide Number Placeholder 1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grpSp>
        <p:nvGrpSpPr>
          <p:cNvPr id="1143568088" name="Group 312"/>
          <p:cNvGrpSpPr/>
          <p:nvPr userDrawn="1"/>
        </p:nvGrpSpPr>
        <p:grpSpPr bwMode="auto">
          <a:xfrm>
            <a:off x="-22006" y="-7442"/>
            <a:ext cx="12214008" cy="1742779"/>
            <a:chOff x="5534481" y="2204917"/>
            <a:chExt cx="5756459" cy="1155514"/>
          </a:xfrm>
        </p:grpSpPr>
        <p:grpSp>
          <p:nvGrpSpPr>
            <p:cNvPr id="383" name="Group 382"/>
            <p:cNvGrpSpPr/>
            <p:nvPr userDrawn="1"/>
          </p:nvGrpSpPr>
          <p:grpSpPr bwMode="auto">
            <a:xfrm>
              <a:off x="10137289" y="2208431"/>
              <a:ext cx="1153652" cy="1152000"/>
              <a:chOff x="8985289" y="2208431"/>
              <a:chExt cx="1153652" cy="1152000"/>
            </a:xfrm>
          </p:grpSpPr>
          <p:sp>
            <p:nvSpPr>
              <p:cNvPr id="432" name="Rectangle 43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433" name="Group 432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434" name="Rectangle 433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5" name="Rectangle 434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436" name="Rectangle 435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7" name="Rectangle 43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38" name="Rectangle 43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39" name="Rectangle 43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40" name="Rectangle 43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41" name="Rectangle 44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42" name="Rectangle 44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4" name="Group 383"/>
            <p:cNvGrpSpPr/>
            <p:nvPr userDrawn="1"/>
          </p:nvGrpSpPr>
          <p:grpSpPr bwMode="auto">
            <a:xfrm>
              <a:off x="8985885" y="2204917"/>
              <a:ext cx="1153056" cy="1152000"/>
              <a:chOff x="8985885" y="2208431"/>
              <a:chExt cx="1153056" cy="1152000"/>
            </a:xfrm>
          </p:grpSpPr>
          <p:sp>
            <p:nvSpPr>
              <p:cNvPr id="421" name="Rectangle 420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422" name="Group 421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23" name="Rectangle 422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24" name="Rectangle 423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425" name="Rectangle 424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26" name="Rectangle 425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27" name="Rectangle 426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28" name="Rectangle 427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9" name="Rectangle 428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30" name="Rectangle 429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31" name="Rectangle 430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5" name="Group 384"/>
            <p:cNvGrpSpPr/>
            <p:nvPr userDrawn="1"/>
          </p:nvGrpSpPr>
          <p:grpSpPr bwMode="auto">
            <a:xfrm>
              <a:off x="7832827" y="2208431"/>
              <a:ext cx="1156531" cy="1152000"/>
              <a:chOff x="8985885" y="2208431"/>
              <a:chExt cx="1156531" cy="1152000"/>
            </a:xfrm>
          </p:grpSpPr>
          <p:sp>
            <p:nvSpPr>
              <p:cNvPr id="410" name="Rectangle 40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411" name="Group 410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412" name="Rectangle 411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413" name="Rectangle 412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414" name="Rectangle 413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415" name="Rectangle 41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416" name="Rectangle 41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7" name="Rectangle 41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18" name="Rectangle 41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9" name="Rectangle 41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0" name="Rectangle 419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6" name="Group 385"/>
            <p:cNvGrpSpPr/>
            <p:nvPr userDrawn="1"/>
          </p:nvGrpSpPr>
          <p:grpSpPr bwMode="auto">
            <a:xfrm>
              <a:off x="6683297" y="2204917"/>
              <a:ext cx="1153056" cy="1152000"/>
              <a:chOff x="8985885" y="2208431"/>
              <a:chExt cx="1153056" cy="1152000"/>
            </a:xfrm>
          </p:grpSpPr>
          <p:sp>
            <p:nvSpPr>
              <p:cNvPr id="399" name="Rectangle 39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400" name="Group 39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01" name="Rectangle 40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02" name="Rectangle 40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403" name="Rectangle 40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404" name="Rectangle 40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405" name="Rectangle 40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06" name="Rectangle 40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07" name="Rectangle 40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408" name="Rectangle 40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409" name="Rectangle 40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7" name="Group 386"/>
            <p:cNvGrpSpPr/>
            <p:nvPr userDrawn="1"/>
          </p:nvGrpSpPr>
          <p:grpSpPr bwMode="auto">
            <a:xfrm>
              <a:off x="5534481" y="2204917"/>
              <a:ext cx="1153056" cy="1152000"/>
              <a:chOff x="8985885" y="2208431"/>
              <a:chExt cx="1153056" cy="1152000"/>
            </a:xfrm>
          </p:grpSpPr>
          <p:sp>
            <p:nvSpPr>
              <p:cNvPr id="388" name="Rectangle 38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389" name="Group 38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390" name="Rectangle 38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391" name="Rectangle 39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392" name="Rectangle 39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393" name="Rectangle 39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394" name="Rectangle 39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395" name="Rectangle 39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8"/>
                  </a:schemeClr>
                </a:solidFill>
                <a:ln>
                  <a:noFill/>
                </a:ln>
              </p:spPr>
            </p:sp>
            <p:sp>
              <p:nvSpPr>
                <p:cNvPr id="396" name="Rectangle 39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397" name="Rectangle 39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98" name="Rectangle 39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</p:grpSp>
      <p:grpSp>
        <p:nvGrpSpPr>
          <p:cNvPr id="1538602008" name="Group 4"/>
          <p:cNvGrpSpPr/>
          <p:nvPr userDrawn="1"/>
        </p:nvGrpSpPr>
        <p:grpSpPr bwMode="auto">
          <a:xfrm>
            <a:off x="1" y="6597351"/>
            <a:ext cx="12191998" cy="290795"/>
            <a:chOff x="-22006" y="8796469"/>
            <a:chExt cx="6520455" cy="387727"/>
          </a:xfrm>
        </p:grpSpPr>
        <p:sp>
          <p:nvSpPr>
            <p:cNvPr id="464" name="Rectangle 463"/>
            <p:cNvSpPr/>
            <p:nvPr userDrawn="1"/>
          </p:nvSpPr>
          <p:spPr bwMode="auto">
            <a:xfrm>
              <a:off x="5345391" y="8799984"/>
              <a:ext cx="1152000" cy="3804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5" name="Rectangle 464"/>
            <p:cNvSpPr/>
            <p:nvPr userDrawn="1"/>
          </p:nvSpPr>
          <p:spPr bwMode="auto">
            <a:xfrm>
              <a:off x="5349327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>
              <a:noFill/>
            </a:ln>
          </p:spPr>
        </p:sp>
        <p:sp>
          <p:nvSpPr>
            <p:cNvPr id="466" name="Rectangle 465"/>
            <p:cNvSpPr/>
            <p:nvPr userDrawn="1"/>
          </p:nvSpPr>
          <p:spPr bwMode="auto">
            <a:xfrm>
              <a:off x="5731505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67" name="Rectangle 466"/>
            <p:cNvSpPr/>
            <p:nvPr userDrawn="1"/>
          </p:nvSpPr>
          <p:spPr bwMode="auto">
            <a:xfrm>
              <a:off x="6114449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68" name="Rectangle 467"/>
            <p:cNvSpPr/>
            <p:nvPr userDrawn="1"/>
          </p:nvSpPr>
          <p:spPr bwMode="auto">
            <a:xfrm>
              <a:off x="4193391" y="8796469"/>
              <a:ext cx="1152000" cy="38048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9" name="Rectangle 468"/>
            <p:cNvSpPr/>
            <p:nvPr userDrawn="1"/>
          </p:nvSpPr>
          <p:spPr bwMode="auto">
            <a:xfrm>
              <a:off x="4197327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>
              <a:noFill/>
            </a:ln>
          </p:spPr>
        </p:sp>
        <p:sp>
          <p:nvSpPr>
            <p:cNvPr id="470" name="Rectangle 469"/>
            <p:cNvSpPr/>
            <p:nvPr userDrawn="1"/>
          </p:nvSpPr>
          <p:spPr bwMode="auto">
            <a:xfrm>
              <a:off x="4579506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0"/>
              </a:schemeClr>
            </a:solidFill>
            <a:ln>
              <a:noFill/>
            </a:ln>
          </p:spPr>
        </p:sp>
        <p:sp>
          <p:nvSpPr>
            <p:cNvPr id="471" name="Rectangle 470"/>
            <p:cNvSpPr/>
            <p:nvPr userDrawn="1"/>
          </p:nvSpPr>
          <p:spPr bwMode="auto">
            <a:xfrm>
              <a:off x="4962449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>
              <a:noFill/>
            </a:ln>
          </p:spPr>
        </p:sp>
        <p:sp>
          <p:nvSpPr>
            <p:cNvPr id="472" name="Rectangle 471"/>
            <p:cNvSpPr/>
            <p:nvPr userDrawn="1"/>
          </p:nvSpPr>
          <p:spPr bwMode="auto">
            <a:xfrm>
              <a:off x="3040334" y="8799984"/>
              <a:ext cx="1152000" cy="38048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73" name="Rectangle 472"/>
            <p:cNvSpPr/>
            <p:nvPr userDrawn="1"/>
          </p:nvSpPr>
          <p:spPr bwMode="auto">
            <a:xfrm>
              <a:off x="3044270" y="8799984"/>
              <a:ext cx="383999" cy="383999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>
              <a:noFill/>
            </a:ln>
          </p:spPr>
        </p:sp>
        <p:sp>
          <p:nvSpPr>
            <p:cNvPr id="474" name="Rectangle 473"/>
            <p:cNvSpPr/>
            <p:nvPr userDrawn="1"/>
          </p:nvSpPr>
          <p:spPr bwMode="auto">
            <a:xfrm>
              <a:off x="3426449" y="8799984"/>
              <a:ext cx="383999" cy="383999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>
              <a:noFill/>
            </a:ln>
          </p:spPr>
        </p:sp>
        <p:sp>
          <p:nvSpPr>
            <p:cNvPr id="475" name="Rectangle 474"/>
            <p:cNvSpPr/>
            <p:nvPr userDrawn="1"/>
          </p:nvSpPr>
          <p:spPr bwMode="auto">
            <a:xfrm>
              <a:off x="3809391" y="8799984"/>
              <a:ext cx="383999" cy="383999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>
              <a:noFill/>
            </a:ln>
          </p:spPr>
        </p:sp>
        <p:sp>
          <p:nvSpPr>
            <p:cNvPr id="476" name="Rectangle 475"/>
            <p:cNvSpPr/>
            <p:nvPr userDrawn="1"/>
          </p:nvSpPr>
          <p:spPr bwMode="auto">
            <a:xfrm>
              <a:off x="1890803" y="8796469"/>
              <a:ext cx="1152000" cy="38048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477" name="Rectangle 476"/>
            <p:cNvSpPr/>
            <p:nvPr userDrawn="1"/>
          </p:nvSpPr>
          <p:spPr bwMode="auto">
            <a:xfrm>
              <a:off x="1894739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>
              <a:noFill/>
            </a:ln>
          </p:spPr>
        </p:sp>
        <p:sp>
          <p:nvSpPr>
            <p:cNvPr id="478" name="Rectangle 477"/>
            <p:cNvSpPr/>
            <p:nvPr userDrawn="1"/>
          </p:nvSpPr>
          <p:spPr bwMode="auto">
            <a:xfrm>
              <a:off x="2276918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79" name="Rectangle 478"/>
            <p:cNvSpPr/>
            <p:nvPr userDrawn="1"/>
          </p:nvSpPr>
          <p:spPr bwMode="auto">
            <a:xfrm>
              <a:off x="2659861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80" name="Rectangle 479"/>
            <p:cNvSpPr/>
            <p:nvPr userDrawn="1"/>
          </p:nvSpPr>
          <p:spPr bwMode="auto">
            <a:xfrm>
              <a:off x="741989" y="8796469"/>
              <a:ext cx="1152000" cy="38399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1" name="Rectangle 480"/>
            <p:cNvSpPr/>
            <p:nvPr userDrawn="1"/>
          </p:nvSpPr>
          <p:spPr bwMode="auto">
            <a:xfrm>
              <a:off x="745925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3999"/>
              </a:schemeClr>
            </a:solidFill>
            <a:ln>
              <a:noFill/>
            </a:ln>
          </p:spPr>
        </p:sp>
        <p:sp>
          <p:nvSpPr>
            <p:cNvPr id="482" name="Rectangle 481"/>
            <p:cNvSpPr/>
            <p:nvPr userDrawn="1"/>
          </p:nvSpPr>
          <p:spPr bwMode="auto">
            <a:xfrm>
              <a:off x="1128103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>
              <a:noFill/>
            </a:ln>
          </p:spPr>
        </p:sp>
        <p:sp>
          <p:nvSpPr>
            <p:cNvPr id="483" name="Rectangle 482"/>
            <p:cNvSpPr/>
            <p:nvPr userDrawn="1"/>
          </p:nvSpPr>
          <p:spPr bwMode="auto">
            <a:xfrm>
              <a:off x="1511046" y="8796469"/>
              <a:ext cx="383999" cy="38399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6998"/>
              </a:schemeClr>
            </a:solidFill>
            <a:ln>
              <a:noFill/>
            </a:ln>
          </p:spPr>
        </p:sp>
        <p:sp>
          <p:nvSpPr>
            <p:cNvPr id="484" name="Rectangle 483"/>
            <p:cNvSpPr/>
            <p:nvPr userDrawn="1"/>
          </p:nvSpPr>
          <p:spPr bwMode="auto">
            <a:xfrm>
              <a:off x="-22006" y="8800197"/>
              <a:ext cx="770417" cy="380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5" name="Rectangle 484"/>
            <p:cNvSpPr/>
            <p:nvPr userDrawn="1"/>
          </p:nvSpPr>
          <p:spPr bwMode="auto">
            <a:xfrm>
              <a:off x="-17473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86" name="Rectangle 485"/>
            <p:cNvSpPr/>
            <p:nvPr userDrawn="1"/>
          </p:nvSpPr>
          <p:spPr bwMode="auto">
            <a:xfrm>
              <a:off x="365469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2647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8115566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33842973" name="Date Placeholder 14"/>
          <p:cNvSpPr>
            <a:spLocks noGrp="1"/>
          </p:cNvSpPr>
          <p:nvPr>
            <p:ph type="dt" sz="half" idx="10"/>
          </p:nvPr>
        </p:nvSpPr>
        <p:spPr bwMode="auto">
          <a:xfrm>
            <a:off x="607261" y="6109507"/>
            <a:ext cx="2844798" cy="365125"/>
          </a:xfrm>
        </p:spPr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328392527" name="Footer Placeholder 15"/>
          <p:cNvSpPr>
            <a:spLocks noGrp="1"/>
          </p:cNvSpPr>
          <p:nvPr>
            <p:ph type="ftr" sz="quarter" idx="11"/>
          </p:nvPr>
        </p:nvSpPr>
        <p:spPr bwMode="auto">
          <a:xfrm>
            <a:off x="7758885" y="6132835"/>
            <a:ext cx="3860799" cy="365125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7554714" name="Slide Number Placeholder 17"/>
          <p:cNvSpPr>
            <a:spLocks noGrp="1"/>
          </p:cNvSpPr>
          <p:nvPr>
            <p:ph type="sldNum" sz="quarter" idx="12"/>
          </p:nvPr>
        </p:nvSpPr>
        <p:spPr bwMode="auto">
          <a:xfrm>
            <a:off x="5190395" y="6132835"/>
            <a:ext cx="952634" cy="365125"/>
          </a:xfrm>
        </p:spPr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853616" name="Title 1"/>
          <p:cNvSpPr>
            <a:spLocks noGrp="1"/>
          </p:cNvSpPr>
          <p:nvPr>
            <p:ph type="title"/>
          </p:nvPr>
        </p:nvSpPr>
        <p:spPr bwMode="auto">
          <a:xfrm>
            <a:off x="623391" y="980729"/>
            <a:ext cx="10945215" cy="1002034"/>
          </a:xfrm>
          <a:prstGeom prst="rect">
            <a:avLst/>
          </a:prstGeom>
          <a:noFill/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99538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3391" y="2060847"/>
            <a:ext cx="10945215" cy="3960439"/>
          </a:xfrm>
        </p:spPr>
        <p:txBody>
          <a:bodyPr anchor="t" anchorCtr="0"/>
          <a:lstStyle>
            <a:lvl1pPr marL="0" indent="0">
              <a:buNone/>
              <a:defRPr sz="20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4449198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20287508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742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36601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7751169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86226744" name="Date Placeholder 7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536078253" name="Footer Placeholder 8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921789" name="Slide Number Placeholder 9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sp>
        <p:nvSpPr>
          <p:cNvPr id="81528807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942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412775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5396096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052538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5322950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8" y="1412775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7284555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8" y="2052538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88232516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910105807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432021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sp>
        <p:nvSpPr>
          <p:cNvPr id="1266813205" name="Title 1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170394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48730166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253746279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695225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311505" name="Date Placeholder 1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267667170" name="Footer Placeholder 1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59503" name="Slide Number Placeholder 2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59095" name="Content Placeholder 2"/>
          <p:cNvSpPr>
            <a:spLocks noGrp="1"/>
          </p:cNvSpPr>
          <p:nvPr>
            <p:ph idx="1"/>
          </p:nvPr>
        </p:nvSpPr>
        <p:spPr bwMode="auto">
          <a:xfrm>
            <a:off x="4847861" y="1196753"/>
            <a:ext cx="6816757" cy="482453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697118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23393" y="1196753"/>
            <a:ext cx="4011084" cy="48245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968207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2908606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05058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‹N›</a:t>
            </a:fld>
            <a:endParaRPr/>
          </a:p>
        </p:txBody>
      </p:sp>
      <p:sp>
        <p:nvSpPr>
          <p:cNvPr id="1481533256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544697" name="Title 1"/>
          <p:cNvSpPr>
            <a:spLocks noGrp="1"/>
          </p:cNvSpPr>
          <p:nvPr>
            <p:ph type="title"/>
          </p:nvPr>
        </p:nvSpPr>
        <p:spPr bwMode="auto">
          <a:xfrm>
            <a:off x="2389717" y="4797151"/>
            <a:ext cx="7315200" cy="576063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3744940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1196751"/>
            <a:ext cx="7315200" cy="352839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7256013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445223"/>
            <a:ext cx="7315200" cy="5029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623169" name="Date Placeholder 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339071595" name="Footer Placeholder 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909152" name="Slide Number Placehold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755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3338760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46549456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2078119367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1123763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36393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980729"/>
            <a:ext cx="2743200" cy="5040559"/>
          </a:xfrm>
        </p:spPr>
        <p:txBody>
          <a:bodyPr vert="eaVert"/>
          <a:lstStyle>
            <a:lvl1pPr>
              <a:defRPr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7403502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980727"/>
            <a:ext cx="8026399" cy="5040561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72109548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454150538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061504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914952" name="Rectangle 245"/>
          <p:cNvSpPr/>
          <p:nvPr userDrawn="1"/>
        </p:nvSpPr>
        <p:spPr bwMode="auto">
          <a:xfrm>
            <a:off x="759075" y="-8406"/>
            <a:ext cx="1144579" cy="86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404324562" name="Rectangle 350"/>
          <p:cNvSpPr/>
          <p:nvPr userDrawn="1"/>
        </p:nvSpPr>
        <p:spPr bwMode="auto">
          <a:xfrm>
            <a:off x="1" y="-5610"/>
            <a:ext cx="765453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1731915521" name="Group 6"/>
          <p:cNvGrpSpPr/>
          <p:nvPr userDrawn="1"/>
        </p:nvGrpSpPr>
        <p:grpSpPr bwMode="auto">
          <a:xfrm>
            <a:off x="2" y="-8405"/>
            <a:ext cx="12199158" cy="867598"/>
            <a:chOff x="1" y="-11207"/>
            <a:chExt cx="12199158" cy="1156798"/>
          </a:xfrm>
        </p:grpSpPr>
        <p:grpSp>
          <p:nvGrpSpPr>
            <p:cNvPr id="113" name="Group 112"/>
            <p:cNvGrpSpPr/>
            <p:nvPr userDrawn="1"/>
          </p:nvGrpSpPr>
          <p:grpSpPr bwMode="auto">
            <a:xfrm>
              <a:off x="11052937" y="-6409"/>
              <a:ext cx="1146222" cy="1147201"/>
              <a:chOff x="8985289" y="2208431"/>
              <a:chExt cx="1153652" cy="1152000"/>
            </a:xfrm>
          </p:grpSpPr>
          <p:sp>
            <p:nvSpPr>
              <p:cNvPr id="6" name="Rectangle 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5" name="Group 4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158" name="Rectangle 157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59" name="Rectangle 158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160" name="Rectangle 159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61" name="Rectangle 16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62" name="Rectangle 16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3" name="Rectangle 16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164" name="Rectangle 16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165" name="Rectangle 16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6" name="Rectangle 16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191" name="Group 190"/>
            <p:cNvGrpSpPr/>
            <p:nvPr userDrawn="1"/>
          </p:nvGrpSpPr>
          <p:grpSpPr bwMode="auto">
            <a:xfrm>
              <a:off x="9908949" y="-9923"/>
              <a:ext cx="1145630" cy="1152000"/>
              <a:chOff x="8985885" y="2208431"/>
              <a:chExt cx="1153056" cy="1152000"/>
            </a:xfrm>
          </p:grpSpPr>
          <p:sp>
            <p:nvSpPr>
              <p:cNvPr id="192" name="Rectangle 19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193" name="Group 192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194" name="Rectangle 193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195" name="Rectangle 194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196" name="Rectangle 195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197" name="Rectangle 19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98" name="Rectangle 19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99" name="Rectangle 19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00" name="Rectangle 19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01" name="Rectangle 20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02" name="Rectangle 20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03" name="Group 202"/>
            <p:cNvGrpSpPr/>
            <p:nvPr userDrawn="1"/>
          </p:nvGrpSpPr>
          <p:grpSpPr bwMode="auto">
            <a:xfrm>
              <a:off x="8763318" y="-6409"/>
              <a:ext cx="1149082" cy="1152000"/>
              <a:chOff x="8985885" y="2208431"/>
              <a:chExt cx="1156531" cy="1152000"/>
            </a:xfrm>
          </p:grpSpPr>
          <p:sp>
            <p:nvSpPr>
              <p:cNvPr id="204" name="Rectangle 203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05" name="Group 204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206" name="Rectangle 205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07" name="Rectangle 206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08" name="Rectangle 207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09" name="Rectangle 208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10" name="Rectangle 209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1" name="Rectangle 210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2" name="Rectangle 211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3" name="Rectangle 212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14" name="Rectangle 213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15" name="Group 214"/>
            <p:cNvGrpSpPr/>
            <p:nvPr userDrawn="1"/>
          </p:nvGrpSpPr>
          <p:grpSpPr bwMode="auto">
            <a:xfrm>
              <a:off x="7621191" y="-9923"/>
              <a:ext cx="1145630" cy="1152000"/>
              <a:chOff x="8985885" y="2208431"/>
              <a:chExt cx="1153056" cy="1152000"/>
            </a:xfrm>
          </p:grpSpPr>
          <p:sp>
            <p:nvSpPr>
              <p:cNvPr id="216" name="Rectangle 21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17" name="Group 216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18" name="Rectangle 217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9" name="Rectangle 218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20" name="Rectangle 219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21" name="Rectangle 22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22" name="Rectangle 22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23" name="Rectangle 22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24" name="Rectangle 22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25" name="Rectangle 22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26" name="Rectangle 22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27" name="Group 226"/>
            <p:cNvGrpSpPr/>
            <p:nvPr userDrawn="1"/>
          </p:nvGrpSpPr>
          <p:grpSpPr bwMode="auto">
            <a:xfrm>
              <a:off x="6479777" y="-9923"/>
              <a:ext cx="1145630" cy="1152000"/>
              <a:chOff x="8985885" y="2208431"/>
              <a:chExt cx="1153056" cy="1152000"/>
            </a:xfrm>
          </p:grpSpPr>
          <p:sp>
            <p:nvSpPr>
              <p:cNvPr id="228" name="Rectangle 22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29" name="Group 22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30" name="Rectangle 22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231" name="Rectangle 23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232" name="Rectangle 23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233" name="Rectangle 23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34" name="Rectangle 23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235" name="Rectangle 23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8"/>
                  </a:schemeClr>
                </a:solidFill>
                <a:ln>
                  <a:noFill/>
                </a:ln>
              </p:spPr>
            </p:sp>
            <p:sp>
              <p:nvSpPr>
                <p:cNvPr id="236" name="Rectangle 23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237" name="Rectangle 23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38" name="Rectangle 23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1" name="Group 240"/>
            <p:cNvGrpSpPr/>
            <p:nvPr userDrawn="1"/>
          </p:nvGrpSpPr>
          <p:grpSpPr bwMode="auto">
            <a:xfrm>
              <a:off x="5332234" y="-7693"/>
              <a:ext cx="1146222" cy="1152000"/>
              <a:chOff x="8985289" y="2208431"/>
              <a:chExt cx="1153652" cy="1152000"/>
            </a:xfrm>
          </p:grpSpPr>
          <p:sp>
            <p:nvSpPr>
              <p:cNvPr id="290" name="Rectangle 28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291" name="Group 290"/>
              <p:cNvGrpSpPr/>
              <p:nvPr userDrawn="1"/>
            </p:nvGrpSpPr>
            <p:grpSpPr bwMode="auto">
              <a:xfrm>
                <a:off x="8985289" y="2208431"/>
                <a:ext cx="1153652" cy="1152000"/>
                <a:chOff x="8985289" y="2208431"/>
                <a:chExt cx="1153652" cy="1152000"/>
              </a:xfrm>
            </p:grpSpPr>
            <p:sp>
              <p:nvSpPr>
                <p:cNvPr id="292" name="Rectangle 291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3" name="Rectangle 292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294" name="Rectangle 293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5" name="Rectangle 29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96" name="Rectangle 29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97" name="Rectangle 29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98" name="Rectangle 29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99" name="Rectangle 29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00" name="Rectangle 299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2" name="Group 241"/>
            <p:cNvGrpSpPr/>
            <p:nvPr userDrawn="1"/>
          </p:nvGrpSpPr>
          <p:grpSpPr bwMode="auto">
            <a:xfrm>
              <a:off x="4188246" y="-11207"/>
              <a:ext cx="1145630" cy="1152000"/>
              <a:chOff x="8985885" y="2208431"/>
              <a:chExt cx="1153056" cy="1152000"/>
            </a:xfrm>
          </p:grpSpPr>
          <p:sp>
            <p:nvSpPr>
              <p:cNvPr id="279" name="Rectangle 27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80" name="Group 27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81" name="Rectangle 28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2" name="Rectangle 28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283" name="Rectangle 28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84" name="Rectangle 28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85" name="Rectangle 28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86" name="Rectangle 28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87" name="Rectangle 28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8" name="Rectangle 28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89" name="Rectangle 28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3" name="Group 242"/>
            <p:cNvGrpSpPr/>
            <p:nvPr userDrawn="1"/>
          </p:nvGrpSpPr>
          <p:grpSpPr bwMode="auto">
            <a:xfrm>
              <a:off x="3042615" y="-7693"/>
              <a:ext cx="1149082" cy="1152000"/>
              <a:chOff x="8985885" y="2208431"/>
              <a:chExt cx="1156531" cy="1152000"/>
            </a:xfrm>
          </p:grpSpPr>
          <p:sp>
            <p:nvSpPr>
              <p:cNvPr id="268" name="Rectangle 26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69" name="Group 268"/>
              <p:cNvGrpSpPr/>
              <p:nvPr userDrawn="1"/>
            </p:nvGrpSpPr>
            <p:grpSpPr bwMode="auto">
              <a:xfrm>
                <a:off x="8988763" y="2208431"/>
                <a:ext cx="1153652" cy="1152000"/>
                <a:chOff x="8988763" y="2208431"/>
                <a:chExt cx="1153652" cy="1152000"/>
              </a:xfrm>
            </p:grpSpPr>
            <p:sp>
              <p:nvSpPr>
                <p:cNvPr id="270" name="Rectangle 26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71" name="Rectangle 27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72" name="Rectangle 27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73" name="Rectangle 27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74" name="Rectangle 27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5" name="Rectangle 27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76" name="Rectangle 27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7" name="Rectangle 27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78" name="Rectangle 277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4" name="Group 243"/>
            <p:cNvGrpSpPr/>
            <p:nvPr userDrawn="1"/>
          </p:nvGrpSpPr>
          <p:grpSpPr bwMode="auto">
            <a:xfrm>
              <a:off x="1900489" y="-11207"/>
              <a:ext cx="1145630" cy="1152000"/>
              <a:chOff x="8985885" y="2208431"/>
              <a:chExt cx="1153056" cy="1152000"/>
            </a:xfrm>
          </p:grpSpPr>
          <p:sp>
            <p:nvSpPr>
              <p:cNvPr id="257" name="Rectangle 256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58" name="Group 257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59" name="Rectangle 258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60" name="Rectangle 259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61" name="Rectangle 260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62" name="Rectangle 261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63" name="Rectangle 262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64" name="Rectangle 263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65" name="Rectangle 264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66" name="Rectangle 265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67" name="Rectangle 266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4" name="Group 3"/>
            <p:cNvGrpSpPr/>
            <p:nvPr userDrawn="1"/>
          </p:nvGrpSpPr>
          <p:grpSpPr bwMode="auto">
            <a:xfrm>
              <a:off x="762985" y="-11207"/>
              <a:ext cx="1141719" cy="1156798"/>
              <a:chOff x="762985" y="-11207"/>
              <a:chExt cx="1141719" cy="1156798"/>
            </a:xfrm>
          </p:grpSpPr>
          <p:sp>
            <p:nvSpPr>
              <p:cNvPr id="248" name="Rectangle 247"/>
              <p:cNvSpPr/>
              <p:nvPr userDrawn="1"/>
            </p:nvSpPr>
            <p:spPr bwMode="auto">
              <a:xfrm>
                <a:off x="762985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>
                <a:noFill/>
              </a:ln>
            </p:spPr>
          </p:sp>
          <p:sp>
            <p:nvSpPr>
              <p:cNvPr id="249" name="Rectangle 248"/>
              <p:cNvSpPr/>
              <p:nvPr userDrawn="1"/>
            </p:nvSpPr>
            <p:spPr bwMode="auto">
              <a:xfrm>
                <a:off x="1142702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>
                <a:noFill/>
              </a:ln>
            </p:spPr>
          </p:sp>
          <p:sp>
            <p:nvSpPr>
              <p:cNvPr id="250" name="Rectangle 249"/>
              <p:cNvSpPr/>
              <p:nvPr userDrawn="1"/>
            </p:nvSpPr>
            <p:spPr bwMode="auto">
              <a:xfrm>
                <a:off x="1523178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15999"/>
                </a:schemeClr>
              </a:solidFill>
              <a:ln>
                <a:noFill/>
              </a:ln>
            </p:spPr>
          </p:sp>
          <p:sp>
            <p:nvSpPr>
              <p:cNvPr id="251" name="Rectangle 250"/>
              <p:cNvSpPr/>
              <p:nvPr userDrawn="1"/>
            </p:nvSpPr>
            <p:spPr bwMode="auto">
              <a:xfrm>
                <a:off x="762985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3999"/>
                </a:schemeClr>
              </a:solidFill>
              <a:ln>
                <a:noFill/>
              </a:ln>
            </p:spPr>
          </p:sp>
          <p:sp>
            <p:nvSpPr>
              <p:cNvPr id="252" name="Rectangle 251"/>
              <p:cNvSpPr/>
              <p:nvPr userDrawn="1"/>
            </p:nvSpPr>
            <p:spPr bwMode="auto">
              <a:xfrm>
                <a:off x="1142702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>
                <a:noFill/>
              </a:ln>
            </p:spPr>
          </p:sp>
          <p:sp>
            <p:nvSpPr>
              <p:cNvPr id="253" name="Rectangle 252"/>
              <p:cNvSpPr/>
              <p:nvPr userDrawn="1"/>
            </p:nvSpPr>
            <p:spPr bwMode="auto">
              <a:xfrm>
                <a:off x="1523178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6998"/>
                </a:schemeClr>
              </a:solidFill>
              <a:ln>
                <a:noFill/>
              </a:ln>
            </p:spPr>
          </p:sp>
          <p:sp>
            <p:nvSpPr>
              <p:cNvPr id="254" name="Rectangle 253"/>
              <p:cNvSpPr/>
              <p:nvPr userDrawn="1"/>
            </p:nvSpPr>
            <p:spPr bwMode="auto">
              <a:xfrm>
                <a:off x="765835" y="761590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>
                <a:noFill/>
              </a:ln>
            </p:spPr>
          </p:sp>
          <p:sp>
            <p:nvSpPr>
              <p:cNvPr id="255" name="Rectangle 254"/>
              <p:cNvSpPr/>
              <p:nvPr userDrawn="1"/>
            </p:nvSpPr>
            <p:spPr bwMode="auto">
              <a:xfrm>
                <a:off x="1141651" y="756792"/>
                <a:ext cx="381526" cy="383999"/>
              </a:xfrm>
              <a:prstGeom prst="rect">
                <a:avLst/>
              </a:prstGeom>
              <a:solidFill>
                <a:schemeClr val="accent2">
                  <a:alpha val="0"/>
                </a:schemeClr>
              </a:solidFill>
              <a:ln>
                <a:noFill/>
              </a:ln>
            </p:spPr>
          </p:sp>
          <p:sp>
            <p:nvSpPr>
              <p:cNvPr id="256" name="Rectangle 255"/>
              <p:cNvSpPr/>
              <p:nvPr userDrawn="1"/>
            </p:nvSpPr>
            <p:spPr bwMode="auto">
              <a:xfrm>
                <a:off x="1522127" y="756792"/>
                <a:ext cx="381526" cy="383999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>
                <a:noFill/>
              </a:ln>
            </p:spPr>
          </p:sp>
        </p:grpSp>
        <p:grpSp>
          <p:nvGrpSpPr>
            <p:cNvPr id="352" name="Group 351"/>
            <p:cNvGrpSpPr/>
            <p:nvPr userDrawn="1"/>
          </p:nvGrpSpPr>
          <p:grpSpPr bwMode="auto">
            <a:xfrm>
              <a:off x="1" y="-7479"/>
              <a:ext cx="766505" cy="1148271"/>
              <a:chOff x="9367467" y="2208431"/>
              <a:chExt cx="771474" cy="1152000"/>
            </a:xfrm>
          </p:grpSpPr>
          <p:sp>
            <p:nvSpPr>
              <p:cNvPr id="354" name="Rectangle 353"/>
              <p:cNvSpPr/>
              <p:nvPr userDrawn="1"/>
            </p:nvSpPr>
            <p:spPr bwMode="auto">
              <a:xfrm>
                <a:off x="9367467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</p:sp>
          <p:sp>
            <p:nvSpPr>
              <p:cNvPr id="355" name="Rectangle 354"/>
              <p:cNvSpPr/>
              <p:nvPr userDrawn="1"/>
            </p:nvSpPr>
            <p:spPr bwMode="auto">
              <a:xfrm>
                <a:off x="9750410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>
                <a:noFill/>
              </a:ln>
            </p:spPr>
          </p:sp>
          <p:sp>
            <p:nvSpPr>
              <p:cNvPr id="357" name="Rectangle 356"/>
              <p:cNvSpPr/>
              <p:nvPr userDrawn="1"/>
            </p:nvSpPr>
            <p:spPr bwMode="auto">
              <a:xfrm>
                <a:off x="9371999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58" name="Rectangle 357"/>
              <p:cNvSpPr/>
              <p:nvPr userDrawn="1"/>
            </p:nvSpPr>
            <p:spPr bwMode="auto">
              <a:xfrm>
                <a:off x="9754942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>
                <a:noFill/>
              </a:ln>
            </p:spPr>
          </p:sp>
          <p:sp>
            <p:nvSpPr>
              <p:cNvPr id="360" name="Rectangle 359"/>
              <p:cNvSpPr/>
              <p:nvPr userDrawn="1"/>
            </p:nvSpPr>
            <p:spPr bwMode="auto">
              <a:xfrm>
                <a:off x="9370942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61" name="Rectangle 360"/>
              <p:cNvSpPr/>
              <p:nvPr userDrawn="1"/>
            </p:nvSpPr>
            <p:spPr bwMode="auto">
              <a:xfrm>
                <a:off x="9753885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20000"/>
                </a:schemeClr>
              </a:solidFill>
              <a:ln>
                <a:noFill/>
              </a:ln>
            </p:spPr>
          </p:sp>
        </p:grpSp>
      </p:grpSp>
      <p:sp>
        <p:nvSpPr>
          <p:cNvPr id="1331143659" name="Rectangle 482"/>
          <p:cNvSpPr/>
          <p:nvPr userDrawn="1"/>
        </p:nvSpPr>
        <p:spPr bwMode="auto">
          <a:xfrm>
            <a:off x="11049447" y="6600570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1555349" name="Rectangle 487"/>
          <p:cNvSpPr/>
          <p:nvPr userDrawn="1"/>
        </p:nvSpPr>
        <p:spPr bwMode="auto">
          <a:xfrm>
            <a:off x="11053358" y="6594997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626636971" name="Rectangle 488"/>
          <p:cNvSpPr/>
          <p:nvPr userDrawn="1"/>
        </p:nvSpPr>
        <p:spPr bwMode="auto">
          <a:xfrm>
            <a:off x="11432934" y="6600570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787327069" name="Rectangle 489"/>
          <p:cNvSpPr/>
          <p:nvPr userDrawn="1"/>
        </p:nvSpPr>
        <p:spPr bwMode="auto">
          <a:xfrm>
            <a:off x="11813271" y="6600570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339838076" name="Rectangle 471"/>
          <p:cNvSpPr/>
          <p:nvPr userDrawn="1"/>
        </p:nvSpPr>
        <p:spPr bwMode="auto">
          <a:xfrm>
            <a:off x="9905290" y="6598214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1920133970" name="Rectangle 476"/>
          <p:cNvSpPr/>
          <p:nvPr userDrawn="1"/>
        </p:nvSpPr>
        <p:spPr bwMode="auto">
          <a:xfrm>
            <a:off x="9909199" y="6598214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1863081491" name="Rectangle 477"/>
          <p:cNvSpPr/>
          <p:nvPr userDrawn="1"/>
        </p:nvSpPr>
        <p:spPr bwMode="auto">
          <a:xfrm>
            <a:off x="10289537" y="6681515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081181662" name="Rectangle 478"/>
          <p:cNvSpPr/>
          <p:nvPr userDrawn="1"/>
        </p:nvSpPr>
        <p:spPr bwMode="auto">
          <a:xfrm>
            <a:off x="10669114" y="6598214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1274064043" name="Rectangle 460"/>
          <p:cNvSpPr/>
          <p:nvPr userDrawn="1"/>
        </p:nvSpPr>
        <p:spPr bwMode="auto">
          <a:xfrm>
            <a:off x="8760083" y="6600570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014224341" name="Rectangle 465"/>
          <p:cNvSpPr/>
          <p:nvPr userDrawn="1"/>
        </p:nvSpPr>
        <p:spPr bwMode="auto">
          <a:xfrm>
            <a:off x="8763994" y="6594997"/>
            <a:ext cx="381384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1710736097" name="Rectangle 466"/>
          <p:cNvSpPr/>
          <p:nvPr userDrawn="1"/>
        </p:nvSpPr>
        <p:spPr bwMode="auto">
          <a:xfrm>
            <a:off x="9150709" y="6594997"/>
            <a:ext cx="381384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999823512" name="Rectangle 467"/>
          <p:cNvSpPr/>
          <p:nvPr userDrawn="1"/>
        </p:nvSpPr>
        <p:spPr bwMode="auto">
          <a:xfrm>
            <a:off x="9521437" y="6597036"/>
            <a:ext cx="381384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566530104" name="Rectangle 449"/>
          <p:cNvSpPr/>
          <p:nvPr userDrawn="1"/>
        </p:nvSpPr>
        <p:spPr bwMode="auto">
          <a:xfrm>
            <a:off x="7618378" y="6598214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80894312" name="Rectangle 454"/>
          <p:cNvSpPr/>
          <p:nvPr userDrawn="1"/>
        </p:nvSpPr>
        <p:spPr bwMode="auto">
          <a:xfrm>
            <a:off x="7622289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526191318" name="Rectangle 455"/>
          <p:cNvSpPr/>
          <p:nvPr userDrawn="1"/>
        </p:nvSpPr>
        <p:spPr bwMode="auto">
          <a:xfrm>
            <a:off x="8001866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2056979373" name="Rectangle 456"/>
          <p:cNvSpPr/>
          <p:nvPr userDrawn="1"/>
        </p:nvSpPr>
        <p:spPr bwMode="auto">
          <a:xfrm>
            <a:off x="8382201" y="6598214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526171792" name="Rectangle 438"/>
          <p:cNvSpPr/>
          <p:nvPr userDrawn="1"/>
        </p:nvSpPr>
        <p:spPr bwMode="auto">
          <a:xfrm>
            <a:off x="6477385" y="6598214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578665677" name="Rectangle 443"/>
          <p:cNvSpPr/>
          <p:nvPr userDrawn="1"/>
        </p:nvSpPr>
        <p:spPr bwMode="auto">
          <a:xfrm>
            <a:off x="6481296" y="6598214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117609900" name="Rectangle 444"/>
          <p:cNvSpPr/>
          <p:nvPr userDrawn="1"/>
        </p:nvSpPr>
        <p:spPr bwMode="auto">
          <a:xfrm>
            <a:off x="6860871" y="6598214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2075839556" name="Rectangle 445"/>
          <p:cNvSpPr/>
          <p:nvPr userDrawn="1"/>
        </p:nvSpPr>
        <p:spPr bwMode="auto">
          <a:xfrm>
            <a:off x="7241207" y="6598214"/>
            <a:ext cx="381384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8"/>
            </a:schemeClr>
          </a:solidFill>
          <a:ln>
            <a:noFill/>
          </a:ln>
        </p:spPr>
      </p:sp>
      <p:sp>
        <p:nvSpPr>
          <p:cNvPr id="1007678649" name="Rectangle 422"/>
          <p:cNvSpPr/>
          <p:nvPr userDrawn="1"/>
        </p:nvSpPr>
        <p:spPr bwMode="auto">
          <a:xfrm>
            <a:off x="5330856" y="6599709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412175038" name="Rectangle 427"/>
          <p:cNvSpPr/>
          <p:nvPr userDrawn="1"/>
        </p:nvSpPr>
        <p:spPr bwMode="auto">
          <a:xfrm>
            <a:off x="5334768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1549787527" name="Rectangle 428"/>
          <p:cNvSpPr/>
          <p:nvPr userDrawn="1"/>
        </p:nvSpPr>
        <p:spPr bwMode="auto">
          <a:xfrm>
            <a:off x="5714343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563557479" name="Rectangle 429"/>
          <p:cNvSpPr/>
          <p:nvPr userDrawn="1"/>
        </p:nvSpPr>
        <p:spPr bwMode="auto">
          <a:xfrm>
            <a:off x="6094679" y="6599709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363245484" name="Rectangle 411"/>
          <p:cNvSpPr/>
          <p:nvPr userDrawn="1"/>
        </p:nvSpPr>
        <p:spPr bwMode="auto">
          <a:xfrm>
            <a:off x="4186699" y="6597353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434698782" name="Rectangle 416"/>
          <p:cNvSpPr/>
          <p:nvPr userDrawn="1"/>
        </p:nvSpPr>
        <p:spPr bwMode="auto">
          <a:xfrm>
            <a:off x="4190610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1645427277" name="Rectangle 417"/>
          <p:cNvSpPr/>
          <p:nvPr userDrawn="1"/>
        </p:nvSpPr>
        <p:spPr bwMode="auto">
          <a:xfrm>
            <a:off x="4570186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612124516" name="Rectangle 418"/>
          <p:cNvSpPr/>
          <p:nvPr userDrawn="1"/>
        </p:nvSpPr>
        <p:spPr bwMode="auto">
          <a:xfrm>
            <a:off x="4950522" y="6597353"/>
            <a:ext cx="381384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1261152024" name="Rectangle 400"/>
          <p:cNvSpPr/>
          <p:nvPr userDrawn="1"/>
        </p:nvSpPr>
        <p:spPr bwMode="auto">
          <a:xfrm>
            <a:off x="3041491" y="6599709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136431320" name="Rectangle 405"/>
          <p:cNvSpPr/>
          <p:nvPr userDrawn="1"/>
        </p:nvSpPr>
        <p:spPr bwMode="auto">
          <a:xfrm>
            <a:off x="3045402" y="6599709"/>
            <a:ext cx="381384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1026246705" name="Rectangle 406"/>
          <p:cNvSpPr/>
          <p:nvPr userDrawn="1"/>
        </p:nvSpPr>
        <p:spPr bwMode="auto">
          <a:xfrm>
            <a:off x="3424979" y="6599709"/>
            <a:ext cx="381384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396522580" name="Rectangle 407"/>
          <p:cNvSpPr/>
          <p:nvPr userDrawn="1"/>
        </p:nvSpPr>
        <p:spPr bwMode="auto">
          <a:xfrm>
            <a:off x="3805314" y="6599709"/>
            <a:ext cx="381384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33434901" name="Rectangle 389"/>
          <p:cNvSpPr/>
          <p:nvPr userDrawn="1"/>
        </p:nvSpPr>
        <p:spPr bwMode="auto">
          <a:xfrm>
            <a:off x="1899786" y="6597353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326576895" name="Rectangle 394"/>
          <p:cNvSpPr/>
          <p:nvPr userDrawn="1"/>
        </p:nvSpPr>
        <p:spPr bwMode="auto">
          <a:xfrm>
            <a:off x="1903697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1639979390" name="Rectangle 395"/>
          <p:cNvSpPr/>
          <p:nvPr userDrawn="1"/>
        </p:nvSpPr>
        <p:spPr bwMode="auto">
          <a:xfrm>
            <a:off x="2283274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33874407" name="Rectangle 396"/>
          <p:cNvSpPr/>
          <p:nvPr userDrawn="1"/>
        </p:nvSpPr>
        <p:spPr bwMode="auto">
          <a:xfrm>
            <a:off x="2663610" y="65973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27356385" name="Rectangle 378"/>
          <p:cNvSpPr/>
          <p:nvPr userDrawn="1"/>
        </p:nvSpPr>
        <p:spPr bwMode="auto">
          <a:xfrm>
            <a:off x="758793" y="6597353"/>
            <a:ext cx="1144157" cy="2574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486506764" name="Rectangle 383"/>
          <p:cNvSpPr/>
          <p:nvPr userDrawn="1"/>
        </p:nvSpPr>
        <p:spPr bwMode="auto">
          <a:xfrm>
            <a:off x="762703" y="6597353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1214903185" name="Rectangle 384"/>
          <p:cNvSpPr/>
          <p:nvPr userDrawn="1"/>
        </p:nvSpPr>
        <p:spPr bwMode="auto">
          <a:xfrm>
            <a:off x="1142281" y="6597353"/>
            <a:ext cx="381384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125236116" name="Rectangle 385"/>
          <p:cNvSpPr/>
          <p:nvPr userDrawn="1"/>
        </p:nvSpPr>
        <p:spPr bwMode="auto">
          <a:xfrm>
            <a:off x="1522615" y="6597353"/>
            <a:ext cx="381384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8"/>
            </a:schemeClr>
          </a:solidFill>
          <a:ln>
            <a:noFill/>
          </a:ln>
        </p:spPr>
      </p:sp>
      <p:sp>
        <p:nvSpPr>
          <p:cNvPr id="1431438163" name="Rectangle 365"/>
          <p:cNvSpPr/>
          <p:nvPr userDrawn="1"/>
        </p:nvSpPr>
        <p:spPr bwMode="auto">
          <a:xfrm>
            <a:off x="-1" y="6599851"/>
            <a:ext cx="765171" cy="254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71323817" name="Rectangle 369"/>
          <p:cNvSpPr/>
          <p:nvPr userDrawn="1"/>
        </p:nvSpPr>
        <p:spPr bwMode="auto">
          <a:xfrm>
            <a:off x="4502" y="65998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408804776" name="Rectangle 370"/>
          <p:cNvSpPr/>
          <p:nvPr userDrawn="1"/>
        </p:nvSpPr>
        <p:spPr bwMode="auto">
          <a:xfrm>
            <a:off x="384838" y="6599853"/>
            <a:ext cx="381384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388641008" name="Text Placeholder 2"/>
          <p:cNvSpPr>
            <a:spLocks noGrp="1"/>
          </p:cNvSpPr>
          <p:nvPr userDrawn="1">
            <p:ph type="body" idx="1"/>
          </p:nvPr>
        </p:nvSpPr>
        <p:spPr bwMode="auto">
          <a:xfrm>
            <a:off x="609599" y="1340767"/>
            <a:ext cx="10972800" cy="460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75426874" name="Title 1"/>
          <p:cNvSpPr>
            <a:spLocks noGrp="1"/>
          </p:cNvSpPr>
          <p:nvPr userDrawn="1">
            <p:ph type="title"/>
          </p:nvPr>
        </p:nvSpPr>
        <p:spPr bwMode="auto">
          <a:xfrm>
            <a:off x="2676487" y="220639"/>
            <a:ext cx="6750077" cy="856127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61955608" name="Slide Number Placeholder 5"/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5190395" y="6132835"/>
            <a:ext cx="952634" cy="365125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ctr">
              <a:defRPr/>
            </a:lvl1pPr>
          </a:lstStyle>
          <a:p>
            <a:pPr>
              <a:defRPr/>
            </a:pPr>
            <a:fld id="{91974DF9-AD47-4691-BA21-BBFCE3637A9A}" type="slidenum">
              <a:rPr/>
              <a:t>‹N›</a:t>
            </a:fld>
            <a:endParaRPr/>
          </a:p>
        </p:txBody>
      </p:sp>
      <p:sp>
        <p:nvSpPr>
          <p:cNvPr id="1759993004" name="Date Placeholder 3"/>
          <p:cNvSpPr>
            <a:spLocks noGrp="1"/>
          </p:cNvSpPr>
          <p:nvPr userDrawn="1">
            <p:ph type="dt" sz="half" idx="2"/>
          </p:nvPr>
        </p:nvSpPr>
        <p:spPr bwMode="auto">
          <a:xfrm>
            <a:off x="607261" y="6109507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 lang="it-IT"/>
              <a:t>08/01/2026</a:t>
            </a:fld>
            <a:endParaRPr/>
          </a:p>
        </p:txBody>
      </p:sp>
      <p:sp>
        <p:nvSpPr>
          <p:cNvPr id="1086630943" name="Footer Placeholder 4"/>
          <p:cNvSpPr>
            <a:spLocks noGrp="1"/>
          </p:cNvSpPr>
          <p:nvPr userDrawn="1">
            <p:ph type="ftr" sz="quarter" idx="3"/>
          </p:nvPr>
        </p:nvSpPr>
        <p:spPr bwMode="auto">
          <a:xfrm>
            <a:off x="7758885" y="6132835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3200" b="1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925130" name="Title 1"/>
          <p:cNvSpPr>
            <a:spLocks noGrp="1"/>
          </p:cNvSpPr>
          <p:nvPr>
            <p:ph type="ctrTitle"/>
          </p:nvPr>
        </p:nvSpPr>
        <p:spPr bwMode="auto">
          <a:xfrm>
            <a:off x="1512299" y="2237912"/>
            <a:ext cx="9144000" cy="1124089"/>
          </a:xfrm>
        </p:spPr>
        <p:txBody>
          <a:bodyPr/>
          <a:lstStyle/>
          <a:p>
            <a:pPr>
              <a:defRPr/>
            </a:pPr>
            <a:r>
              <a:rPr lang="en-US">
                <a:latin typeface="Caladea"/>
                <a:ea typeface="Caladea"/>
                <a:cs typeface="Caladea"/>
              </a:rPr>
              <a:t>Stage Informatica 2026</a:t>
            </a:r>
            <a:endParaRPr>
              <a:latin typeface="Caladea"/>
              <a:cs typeface="Caladea"/>
            </a:endParaRPr>
          </a:p>
        </p:txBody>
      </p:sp>
      <p:sp>
        <p:nvSpPr>
          <p:cNvPr id="2073340384" name="Subtitle 2"/>
          <p:cNvSpPr>
            <a:spLocks noGrp="1"/>
          </p:cNvSpPr>
          <p:nvPr>
            <p:ph type="subTitle" idx="1"/>
          </p:nvPr>
        </p:nvSpPr>
        <p:spPr bwMode="auto">
          <a:xfrm>
            <a:off x="2043473" y="3683370"/>
            <a:ext cx="8081653" cy="1008111"/>
          </a:xfrm>
        </p:spPr>
        <p:txBody>
          <a:bodyPr/>
          <a:lstStyle/>
          <a:p>
            <a:pPr>
              <a:defRPr/>
            </a:pPr>
            <a:r>
              <a:rPr lang="en-US">
                <a:latin typeface="Caladea"/>
                <a:ea typeface="Caladea"/>
                <a:cs typeface="Caladea"/>
              </a:rPr>
              <a:t>Tocchiamo</a:t>
            </a:r>
            <a:r>
              <a:rPr lang="en-US">
                <a:latin typeface="Caladea"/>
                <a:ea typeface="Caladea"/>
                <a:cs typeface="Caladea"/>
              </a:rPr>
              <a:t> con mano </a:t>
            </a:r>
            <a:r>
              <a:rPr lang="en-US">
                <a:latin typeface="Caladea"/>
                <a:ea typeface="Caladea"/>
                <a:cs typeface="Caladea"/>
              </a:rPr>
              <a:t>il</a:t>
            </a:r>
            <a:r>
              <a:rPr lang="en-US">
                <a:latin typeface="Caladea"/>
                <a:ea typeface="Caladea"/>
                <a:cs typeface="Caladea"/>
              </a:rPr>
              <a:t> Machine Learning e </a:t>
            </a:r>
            <a:r>
              <a:rPr lang="en-US">
                <a:latin typeface="Caladea"/>
                <a:ea typeface="Caladea"/>
                <a:cs typeface="Caladea"/>
              </a:rPr>
              <a:t>rendiamolo</a:t>
            </a:r>
            <a:r>
              <a:rPr lang="en-US">
                <a:latin typeface="Caladea"/>
                <a:ea typeface="Caladea"/>
                <a:cs typeface="Caladea"/>
              </a:rPr>
              <a:t> </a:t>
            </a:r>
            <a:r>
              <a:rPr lang="en-US">
                <a:latin typeface="Caladea"/>
                <a:ea typeface="Caladea"/>
                <a:cs typeface="Caladea"/>
              </a:rPr>
              <a:t>alla</a:t>
            </a:r>
            <a:r>
              <a:rPr lang="en-US">
                <a:latin typeface="Caladea"/>
                <a:ea typeface="Caladea"/>
                <a:cs typeface="Caladea"/>
              </a:rPr>
              <a:t> </a:t>
            </a:r>
            <a:r>
              <a:rPr lang="en-US">
                <a:latin typeface="Caladea"/>
                <a:ea typeface="Caladea"/>
                <a:cs typeface="Caladea"/>
              </a:rPr>
              <a:t>portata</a:t>
            </a:r>
            <a:r>
              <a:rPr lang="en-US">
                <a:latin typeface="Caladea"/>
                <a:ea typeface="Caladea"/>
                <a:cs typeface="Caladea"/>
              </a:rPr>
              <a:t> di </a:t>
            </a:r>
            <a:r>
              <a:rPr lang="en-US">
                <a:latin typeface="Caladea"/>
                <a:ea typeface="Caladea"/>
                <a:cs typeface="Caladea"/>
              </a:rPr>
              <a:t>tutti</a:t>
            </a:r>
            <a:endParaRPr>
              <a:latin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5970" name="Title 1"/>
          <p:cNvSpPr>
            <a:spLocks noGrp="1"/>
          </p:cNvSpPr>
          <p:nvPr>
            <p:ph type="title"/>
          </p:nvPr>
        </p:nvSpPr>
        <p:spPr bwMode="auto">
          <a:xfrm>
            <a:off x="609599" y="1108406"/>
            <a:ext cx="4486759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Cosa è il Machine Learning?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249031516" name="Content Placeholder 2"/>
          <p:cNvSpPr>
            <a:spLocks noGrp="1"/>
          </p:cNvSpPr>
          <p:nvPr>
            <p:ph idx="1"/>
          </p:nvPr>
        </p:nvSpPr>
        <p:spPr bwMode="auto">
          <a:xfrm>
            <a:off x="609599" y="1738543"/>
            <a:ext cx="10972800" cy="96174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Una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branca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dell’intelligenza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artificiale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basata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su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algoritmi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grado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“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apprendere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”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grazie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al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consumo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una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grande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quantit</a:t>
            </a:r>
            <a:r>
              <a:rPr sz="2200">
                <a:solidFill>
                  <a:schemeClr val="tx1"/>
                </a:solidFill>
                <a:latin typeface="Asana"/>
                <a:ea typeface="Asana"/>
                <a:cs typeface="Asana"/>
              </a:rPr>
              <a:t>à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dati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/>
          </a:p>
        </p:txBody>
      </p:sp>
      <p:sp>
        <p:nvSpPr>
          <p:cNvPr id="1893966991" name="Title 1"/>
          <p:cNvSpPr>
            <a:spLocks noGrp="1"/>
          </p:cNvSpPr>
          <p:nvPr/>
        </p:nvSpPr>
        <p:spPr bwMode="auto">
          <a:xfrm>
            <a:off x="609599" y="2872843"/>
            <a:ext cx="3589744" cy="55615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algn="ctr" defTabSz="914400" rtl="0">
              <a:spcBef>
                <a:spcPts val="0"/>
              </a:spcBef>
              <a:buNone/>
              <a:defRPr sz="3200" b="1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Cosa è un Algoritmo?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51505267" name="Content Placeholder 2"/>
          <p:cNvSpPr>
            <a:spLocks noGrp="1"/>
          </p:cNvSpPr>
          <p:nvPr/>
        </p:nvSpPr>
        <p:spPr bwMode="auto">
          <a:xfrm>
            <a:off x="609599" y="3429000"/>
            <a:ext cx="10972800" cy="45794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>
              <a:spcBef>
                <a:spcPts val="0"/>
              </a:spcBef>
              <a:buFont typeface="Arial"/>
              <a:buChar char="•"/>
              <a:defRPr sz="3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>
              <a:spcBef>
                <a:spcPts val="0"/>
              </a:spcBef>
              <a:buFont typeface="Arial"/>
              <a:buChar char="–"/>
              <a:defRPr sz="28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spcBef>
                <a:spcPts val="0"/>
              </a:spcBef>
              <a:buFont typeface="Arial"/>
              <a:buChar char="•"/>
              <a:defRPr sz="24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spcBef>
                <a:spcPts val="0"/>
              </a:spcBef>
              <a:buFont typeface="Arial"/>
              <a:buChar char="–"/>
              <a:defRPr sz="20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spcBef>
                <a:spcPts val="0"/>
              </a:spcBef>
              <a:buFont typeface="Arial"/>
              <a:buChar char="»"/>
              <a:defRPr sz="20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Una sequenza di operazioni che il computer esegue, come facciamo noi con una ricetta!</a:t>
            </a:r>
            <a:endParaRPr/>
          </a:p>
        </p:txBody>
      </p:sp>
      <p:sp>
        <p:nvSpPr>
          <p:cNvPr id="2144938875" name="Ovale 30999003"/>
          <p:cNvSpPr/>
          <p:nvPr/>
        </p:nvSpPr>
        <p:spPr bwMode="auto">
          <a:xfrm>
            <a:off x="359335" y="4420245"/>
            <a:ext cx="2564488" cy="718772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Riempi una pendola d’acqua</a:t>
            </a:r>
            <a:endParaRPr/>
          </a:p>
        </p:txBody>
      </p:sp>
      <p:sp>
        <p:nvSpPr>
          <p:cNvPr id="1824449415" name="Ovale 403171985"/>
          <p:cNvSpPr/>
          <p:nvPr/>
        </p:nvSpPr>
        <p:spPr bwMode="auto">
          <a:xfrm>
            <a:off x="3531511" y="4420245"/>
            <a:ext cx="2564487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Mettila sui fornelli</a:t>
            </a:r>
            <a:endParaRPr/>
          </a:p>
        </p:txBody>
      </p:sp>
      <p:sp>
        <p:nvSpPr>
          <p:cNvPr id="1287670978" name="Ovale 1751772484"/>
          <p:cNvSpPr/>
          <p:nvPr/>
        </p:nvSpPr>
        <p:spPr bwMode="auto">
          <a:xfrm>
            <a:off x="6494719" y="4420245"/>
            <a:ext cx="2564487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Accendi il fuoco</a:t>
            </a:r>
            <a:endParaRPr/>
          </a:p>
        </p:txBody>
      </p:sp>
      <p:sp>
        <p:nvSpPr>
          <p:cNvPr id="2112325725" name="Ovale 2134830240"/>
          <p:cNvSpPr/>
          <p:nvPr/>
        </p:nvSpPr>
        <p:spPr bwMode="auto">
          <a:xfrm>
            <a:off x="9716410" y="4420245"/>
            <a:ext cx="1789250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...</a:t>
            </a:r>
            <a:endParaRPr/>
          </a:p>
        </p:txBody>
      </p:sp>
      <p:cxnSp>
        <p:nvCxnSpPr>
          <p:cNvPr id="1693426717" name="Connettore diritto 1355572666"/>
          <p:cNvCxnSpPr>
            <a:stCxn id="2144938875" idx="6"/>
            <a:endCxn id="1824449415" idx="2"/>
          </p:cNvCxnSpPr>
          <p:nvPr/>
        </p:nvCxnSpPr>
        <p:spPr bwMode="auto">
          <a:xfrm flipV="1">
            <a:off x="2923823" y="4779631"/>
            <a:ext cx="607688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297830" name="Connettore diritto 343526006"/>
          <p:cNvCxnSpPr>
            <a:stCxn id="1824449415" idx="6"/>
            <a:endCxn id="1287670978" idx="2"/>
          </p:cNvCxnSpPr>
          <p:nvPr/>
        </p:nvCxnSpPr>
        <p:spPr bwMode="auto">
          <a:xfrm>
            <a:off x="6095999" y="4779631"/>
            <a:ext cx="398719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030633" name="Connettore diritto 2043989113"/>
          <p:cNvCxnSpPr>
            <a:stCxn id="1287670978" idx="6"/>
            <a:endCxn id="2112325725" idx="2"/>
          </p:cNvCxnSpPr>
          <p:nvPr/>
        </p:nvCxnSpPr>
        <p:spPr bwMode="auto">
          <a:xfrm>
            <a:off x="9059207" y="4779631"/>
            <a:ext cx="657203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3890006" name="Connettore diritto 11882819"/>
          <p:cNvCxnSpPr/>
          <p:nvPr/>
        </p:nvCxnSpPr>
        <p:spPr bwMode="auto">
          <a:xfrm flipV="1">
            <a:off x="2923823" y="4779631"/>
            <a:ext cx="607688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3854932" name="Connettore diritto 2059489235"/>
          <p:cNvCxnSpPr/>
          <p:nvPr/>
        </p:nvCxnSpPr>
        <p:spPr bwMode="auto">
          <a:xfrm>
            <a:off x="6095999" y="4779631"/>
            <a:ext cx="39871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225398" name="Connettore diritto 199565379"/>
          <p:cNvCxnSpPr/>
          <p:nvPr/>
        </p:nvCxnSpPr>
        <p:spPr bwMode="auto">
          <a:xfrm>
            <a:off x="9059207" y="4779631"/>
            <a:ext cx="657203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3550181" name="Title 1"/>
          <p:cNvSpPr>
            <a:spLocks noGrp="1"/>
          </p:cNvSpPr>
          <p:nvPr>
            <p:ph type="title"/>
          </p:nvPr>
        </p:nvSpPr>
        <p:spPr bwMode="auto">
          <a:xfrm>
            <a:off x="245379" y="1182387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Quidi cosa fa il Machine Learning...?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921705590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738543"/>
            <a:ext cx="11164599" cy="82772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Permette al computer di “adattarsi” per risolvere problemi specifici di cui non ha la soluzione a priori. </a:t>
            </a:r>
            <a:endParaRPr/>
          </a:p>
        </p:txBody>
      </p:sp>
      <p:pic>
        <p:nvPicPr>
          <p:cNvPr id="1647203774" name="Immagine 149096180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018459" y="3239463"/>
            <a:ext cx="4557307" cy="1999162"/>
          </a:xfrm>
          <a:prstGeom prst="rect">
            <a:avLst/>
          </a:prstGeom>
        </p:spPr>
      </p:pic>
      <p:sp>
        <p:nvSpPr>
          <p:cNvPr id="815700604" name="CasellaDiTesto 997255335"/>
          <p:cNvSpPr txBox="1"/>
          <p:nvPr/>
        </p:nvSpPr>
        <p:spPr bwMode="auto">
          <a:xfrm>
            <a:off x="245379" y="2633190"/>
            <a:ext cx="6116065" cy="3322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indent="0" algn="l">
              <a:buFont typeface="Arial"/>
              <a:buNone/>
              <a:defRPr/>
            </a:pPr>
            <a:r>
              <a:rPr sz="16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Esempio: filtro anti-spam</a:t>
            </a:r>
            <a:endParaRPr sz="180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endParaRPr sz="1800" b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Ogni volta che segni un’email come “spam” stai insegnando qualcosa al computer.</a:t>
            </a:r>
            <a:endParaRPr sz="1800" b="0" i="0" u="none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 il tempo, il sistema osserva che le email che contengono spesso parole come “vinci” o “offerta imperdibile” sono da te considerate spam, l’algoritmo del sistema metter</a:t>
            </a:r>
            <a:r>
              <a:rPr sz="1600">
                <a:latin typeface="Caladea"/>
                <a:ea typeface="Caladea"/>
                <a:cs typeface="Caladea"/>
              </a:rPr>
              <a:t>á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quindi in automatico nella cartella spam le email che hanno queste parole ed altre caratteristiche che ha riconosciuto.</a:t>
            </a:r>
            <a:endParaRPr sz="1800" b="0" i="0" u="none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 machine learning permette quindi al computer di imparare dagli esempi invece di seguire solo regole fisse scritte da un programmatore.</a:t>
            </a:r>
            <a:endParaRPr sz="1200" b="0" i="0" u="none">
              <a:solidFill>
                <a:srgbClr val="000000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4919848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703842888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Un'azienda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snack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identificare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velocemente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del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gli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contenitori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ed in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farlo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senza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rovina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quindi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non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filtri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meccanici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/>
          </a:p>
          <a:p>
            <a:pPr marL="0" indent="0">
              <a:buFont typeface="Arial"/>
              <a:buNone/>
              <a:defRPr/>
            </a:pPr>
            <a:endParaRPr sz="2000" b="0" i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per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differenziale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?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Provate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ordine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di 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importanza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, 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scegliete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le due pi</a:t>
            </a:r>
            <a:r>
              <a:rPr lang="it-IT" sz="2000" b="0" i="0">
                <a:solidFill>
                  <a:schemeClr val="tx1"/>
                </a:solidFill>
                <a:latin typeface="Caladea"/>
                <a:cs typeface="Caladea"/>
              </a:rPr>
              <a:t>ù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caratteristiche</a:t>
            </a:r>
            <a:r>
              <a:rPr lang="it-IT" sz="2000" b="0" i="0">
                <a:solidFill>
                  <a:schemeClr val="tx1"/>
                </a:solidFill>
                <a:latin typeface="Caladea"/>
                <a:cs typeface="Caladea"/>
              </a:rPr>
              <a:t>…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336579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224186545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Un'azienda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snack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identificare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velocemente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del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gli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contenitori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ed in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altri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farlo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senza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rovina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quindi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non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filtri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meccanici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/>
          </a:p>
          <a:p>
            <a:pPr marL="0" indent="0">
              <a:buFont typeface="Arial"/>
              <a:buNone/>
              <a:defRPr/>
            </a:pPr>
            <a:endParaRPr sz="2000" b="0" i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pu</a:t>
            </a:r>
            <a:r>
              <a:rPr lang="it-IT"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ò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per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differenziale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?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Provate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metterle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ordine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di 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importanza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, 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scegliete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le due pi</a:t>
            </a:r>
            <a:r>
              <a:rPr lang="it-IT" sz="2000" b="0" i="0">
                <a:solidFill>
                  <a:schemeClr val="tx1"/>
                </a:solidFill>
                <a:latin typeface="Caladea"/>
                <a:cs typeface="Caladea"/>
              </a:rPr>
              <a:t>ù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caratteristiche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Colore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Conduzione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termica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forza da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applicare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prima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rompano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/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Volume</a:t>
            </a:r>
            <a:endParaRPr/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Peso</a:t>
            </a:r>
            <a:endParaRPr/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Buccia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/no)</a:t>
            </a:r>
            <a:endParaRPr/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Conduzione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elettrica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5995407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90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594366385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79529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Bene,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avete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fatto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processo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selezione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scelto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lang="it-IT" sz="20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proprietà più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 Ora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usare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l’algoritmo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KNN (K-Nearest Neighbors,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semplicificato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):</a:t>
            </a:r>
            <a:endParaRPr/>
          </a:p>
        </p:txBody>
      </p:sp>
      <p:pic>
        <p:nvPicPr>
          <p:cNvPr id="121954937" name="Immagine 666845148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279101" y="2607815"/>
            <a:ext cx="5847067" cy="3219172"/>
          </a:xfrm>
          <a:prstGeom prst="rect">
            <a:avLst/>
          </a:prstGeom>
        </p:spPr>
      </p:pic>
      <p:sp>
        <p:nvSpPr>
          <p:cNvPr id="53769818" name="CasellaDiTesto 1660244799"/>
          <p:cNvSpPr txBox="1"/>
          <p:nvPr/>
        </p:nvSpPr>
        <p:spPr bwMode="auto">
          <a:xfrm>
            <a:off x="245379" y="2526436"/>
            <a:ext cx="5941341" cy="37558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indent="0" algn="l">
              <a:buFont typeface="Arial"/>
              <a:buNone/>
              <a:defRPr/>
            </a:pP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Apprendimento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Prendi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tante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due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lang="it-IT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questo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es.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Metti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valori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misurati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 un </a:t>
            </a:r>
            <a:r>
              <a:rPr lang="it-IT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piano cartesiano bi-dimensionale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(es.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asse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 x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asse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y 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Utilizzo</a:t>
            </a: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</a:t>
            </a: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Inferenza</a:t>
            </a: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</a:t>
            </a:r>
            <a:endParaRPr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 un nuovo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non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sappiamo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cosa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sia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Calcola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la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quelli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presenti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Asana"/>
                <a:ea typeface="Asana"/>
                <a:cs typeface="Asana"/>
              </a:rPr>
              <a:t>è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vicino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alle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lo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smistiamo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altrimenti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953084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K cosa?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8948161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5378" y="1627571"/>
            <a:ext cx="11164599" cy="116519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KNN, K-Nearest Neighbors: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K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Per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capire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se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Asana"/>
                <a:ea typeface="Asana"/>
                <a:cs typeface="Asana"/>
              </a:rPr>
              <a:t>è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o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mandorle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uso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numero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K (es. 3, 1, 5):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tutti gli altri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es:</a:t>
            </a:r>
            <a:endParaRPr/>
          </a:p>
        </p:txBody>
      </p:sp>
      <p:pic>
        <p:nvPicPr>
          <p:cNvPr id="1471116497" name="Immagine 8072824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755148" y="2558541"/>
            <a:ext cx="3654829" cy="2680208"/>
          </a:xfrm>
          <a:prstGeom prst="rect">
            <a:avLst/>
          </a:prstGeom>
        </p:spPr>
      </p:pic>
      <p:sp>
        <p:nvSpPr>
          <p:cNvPr id="1566451914" name=""/>
          <p:cNvSpPr txBox="1"/>
          <p:nvPr/>
        </p:nvSpPr>
        <p:spPr bwMode="auto">
          <a:xfrm rot="0" flipH="0" flipV="0">
            <a:off x="245378" y="5434761"/>
            <a:ext cx="10076578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Font typeface="Arial"/>
              <a:buNone/>
              <a:defRPr/>
            </a:pP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Se, per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esempio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K vale 4,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prendo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4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vicine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1cm(banana), 3cm(banana),5cm(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), </a:t>
            </a:r>
            <a:endParaRPr/>
          </a:p>
          <a:p>
            <a:pPr marL="0" indent="0" algn="l">
              <a:buFont typeface="Arial"/>
              <a:buNone/>
              <a:defRPr/>
            </a:pP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8cm(banana).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 algn="l">
              <a:buFont typeface="Arial"/>
              <a:buNone/>
              <a:defRPr/>
            </a:pP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le 4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piu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vicine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3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sono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banane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,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quindi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nuovo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cibo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probabilmente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sarà</a:t>
            </a:r>
            <a:r>
              <a:rPr lang="en-US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una banana!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graphicFrame>
        <p:nvGraphicFramePr>
          <p:cNvPr id="55183991" name="Table 55183991"/>
          <p:cNvGraphicFramePr>
            <a:graphicFrameLocks xmlns:a="http://schemas.openxmlformats.org/drawingml/2006/main"/>
          </p:cNvGraphicFramePr>
          <p:nvPr/>
        </p:nvGraphicFramePr>
        <p:xfrm>
          <a:off x="310896" y="2697479"/>
          <a:ext cx="7378986" cy="29387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{0505E3EF-67EA-436B-97B2-0124C06EBD24}</a:tableStyleId>
              </a:tblPr>
              <a:tblGrid>
                <a:gridCol w="2985665"/>
                <a:gridCol w="2898647"/>
              </a:tblGrid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Cibo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Distanza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Banana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3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Banana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13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Mandorla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5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Banana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1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Mandorla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15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Banana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8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Banana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10 cm</a:t>
                      </a:r>
                      <a:endParaRPr sz="1000"/>
                    </a:p>
                  </a:txBody>
                  <a:tcPr/>
                </a:tc>
              </a:tr>
              <a:tr h="3657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Mandorla</a:t>
                      </a:r>
                      <a:endParaRPr sz="1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000"/>
                        <a:t>9 cm</a:t>
                      </a:r>
                      <a:endParaRPr sz="10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4680" name="Title 1"/>
          <p:cNvSpPr>
            <a:spLocks noGrp="1"/>
          </p:cNvSpPr>
          <p:nvPr>
            <p:ph type="title"/>
          </p:nvPr>
        </p:nvSpPr>
        <p:spPr bwMode="auto">
          <a:xfrm>
            <a:off x="245379" y="1071416"/>
            <a:ext cx="5351440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Se volessimo essere piu precisi?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907742635" name="Content Placeholder 2"/>
          <p:cNvSpPr>
            <a:spLocks noGrp="1"/>
          </p:cNvSpPr>
          <p:nvPr>
            <p:ph idx="1"/>
          </p:nvPr>
        </p:nvSpPr>
        <p:spPr bwMode="auto">
          <a:xfrm>
            <a:off x="245379" y="1627572"/>
            <a:ext cx="11164599" cy="136864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Niente ci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limita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due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caratteristiche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!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prenderne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quante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n</a:t>
            </a:r>
            <a:r>
              <a:rPr lang="it-IT"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vogliamo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!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Non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potremmo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visualizzare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grafico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 5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dimensioni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ma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tranquillamente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calcolare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la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un punto a 5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dimensioni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e un</a:t>
            </a:r>
            <a:r>
              <a:rPr lang="it-IT"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altro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/>
          </a:p>
        </p:txBody>
      </p:sp>
      <p:pic>
        <p:nvPicPr>
          <p:cNvPr id="218980888" name="Immagine 175429850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00460" y="2890593"/>
            <a:ext cx="3395898" cy="3375191"/>
          </a:xfrm>
          <a:prstGeom prst="rect">
            <a:avLst/>
          </a:prstGeom>
        </p:spPr>
      </p:pic>
      <p:sp>
        <p:nvSpPr>
          <p:cNvPr id="195491371" name="Title 1"/>
          <p:cNvSpPr>
            <a:spLocks noGrp="1"/>
          </p:cNvSpPr>
          <p:nvPr/>
        </p:nvSpPr>
        <p:spPr bwMode="auto">
          <a:xfrm>
            <a:off x="6232998" y="2996213"/>
            <a:ext cx="5351439" cy="55615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>
            <a:lvl1pPr algn="ctr" defTabSz="914400" rtl="0">
              <a:spcBef>
                <a:spcPts val="0"/>
              </a:spcBef>
              <a:buNone/>
              <a:defRPr sz="3200" b="1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Applicazioni</a:t>
            </a:r>
            <a:r>
              <a:rPr sz="2600">
                <a:latin typeface="Caladea"/>
                <a:ea typeface="Caladea"/>
                <a:cs typeface="Caladea"/>
              </a:rPr>
              <a:t> pi</a:t>
            </a:r>
            <a:r>
              <a:rPr lang="it-IT" sz="2600">
                <a:latin typeface="Caladea"/>
                <a:ea typeface="Caladea"/>
                <a:cs typeface="Caladea"/>
              </a:rPr>
              <a:t>ù</a:t>
            </a:r>
            <a:r>
              <a:rPr sz="2600">
                <a:latin typeface="Caladea"/>
                <a:ea typeface="Caladea"/>
                <a:cs typeface="Caladea"/>
              </a:rPr>
              <a:t> </a:t>
            </a:r>
            <a:r>
              <a:rPr sz="2600">
                <a:latin typeface="Caladea"/>
                <a:ea typeface="Caladea"/>
                <a:cs typeface="Caladea"/>
              </a:rPr>
              <a:t>rilevanti</a:t>
            </a:r>
            <a:r>
              <a:rPr sz="2600">
                <a:latin typeface="Caladea"/>
                <a:ea typeface="Caladea"/>
                <a:cs typeface="Caladea"/>
              </a:rPr>
              <a:t>?</a:t>
            </a:r>
            <a:endParaRPr sz="2600">
              <a:latin typeface="Caladea"/>
              <a:cs typeface="Caladea"/>
            </a:endParaRPr>
          </a:p>
        </p:txBody>
      </p:sp>
      <p:graphicFrame>
        <p:nvGraphicFramePr>
          <p:cNvPr id="490954024" name="Tabella 2071495822"/>
          <p:cNvGraphicFramePr>
            <a:graphicFrameLocks xmlns:a="http://schemas.openxmlformats.org/drawingml/2006/main"/>
          </p:cNvGraphicFramePr>
          <p:nvPr/>
        </p:nvGraphicFramePr>
        <p:xfrm>
          <a:off x="5199174" y="3736524"/>
          <a:ext cx="6664479" cy="2080197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{0505E3EF-67EA-436B-97B2-0124C06EBD24}</a:tableStyleId>
              </a:tblPr>
              <a:tblGrid>
                <a:gridCol w="2250000"/>
                <a:gridCol w="4414479"/>
              </a:tblGrid>
              <a:tr h="67822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it-IT"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Filtri Spam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it-IT"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Classificare le e-mail in arrivo come spam o non spam, misurando la somiglianza con esempi già etichettati.</a:t>
                      </a:r>
                      <a:endParaRPr sz="14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</a:tr>
              <a:tr h="723745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Diagnostica</a:t>
                      </a: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medica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Predire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la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tipologia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di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tumore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confrontando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le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caratteristiche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di un nuovo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paziente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con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casi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noti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.</a:t>
                      </a:r>
                      <a:endParaRPr sz="14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</a:tr>
              <a:tr h="67822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Sistemi di raccomandazione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Suggerire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prodotti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simili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a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quelli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già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acquistati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da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utenti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con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gusti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 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analoghi</a:t>
                      </a: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.</a:t>
                      </a:r>
                      <a:endParaRPr sz="14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72462" name="Titolo 1"/>
          <p:cNvSpPr>
            <a:spLocks noGrp="1"/>
          </p:cNvSpPr>
          <p:nvPr>
            <p:ph type="title"/>
          </p:nvPr>
        </p:nvSpPr>
        <p:spPr bwMode="auto">
          <a:xfrm>
            <a:off x="1788816" y="1053295"/>
            <a:ext cx="8614367" cy="1388601"/>
          </a:xfrm>
        </p:spPr>
        <p:txBody>
          <a:bodyPr/>
          <a:lstStyle/>
          <a:p>
            <a:pPr>
              <a:defRPr/>
            </a:pPr>
            <a:r>
              <a:rPr lang="it-IT"/>
              <a:t>Ora tocca a voi!</a:t>
            </a:r>
            <a:endParaRPr/>
          </a:p>
        </p:txBody>
      </p:sp>
      <p:pic>
        <p:nvPicPr>
          <p:cNvPr id="1627316242" name="Segnaposto contenuto 3"/>
          <p:cNvPicPr>
            <a:picLocks noGrp="1"/>
          </p:cNvPicPr>
          <p:nvPr>
            <p:ph idx="1"/>
          </p:nvPr>
        </p:nvPicPr>
        <p:blipFill>
          <a:blip r:embed="rId3">
            <a:lum/>
            <a:alphaModFix/>
          </a:blip>
          <a:stretch/>
        </p:blipFill>
        <p:spPr bwMode="auto">
          <a:xfrm>
            <a:off x="4292932" y="2441896"/>
            <a:ext cx="3606134" cy="3436378"/>
          </a:xfrm>
          <a:prstGeom prst="rect">
            <a:avLst/>
          </a:prstGeom>
          <a:noFill/>
          <a:ln>
            <a:noFill/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sic">
  <a:themeElements>
    <a:clrScheme name="Color">
      <a:dk1>
        <a:srgbClr val="0F243E"/>
      </a:dk1>
      <a:lt1>
        <a:sysClr val="window" lastClr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Informatica 2026</dc:title>
  <dc:creator/>
  <cp:lastModifiedBy/>
  <cp:revision>12</cp:revision>
  <dcterms:modified xsi:type="dcterms:W3CDTF">2026-01-14T13:19:24Z</dcterms:modified>
</cp:coreProperties>
</file>
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1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0505E3EF-67EA-436B-97B2-0124C06EBD24}">
  <a:tblStyle styleId="{0505E3EF-67EA-436B-97B2-0124C06EBD24}" styleName="Medium Style 4 - Accent 3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accent3"/>
              </a:solidFill>
            </a:ln>
          </a:left>
          <a:right>
            <a:ln w="12700">
              <a:solidFill>
                <a:schemeClr val="accent3"/>
              </a:solidFill>
            </a:ln>
          </a:right>
          <a:top>
            <a:ln w="12700">
              <a:solidFill>
                <a:schemeClr val="accent3"/>
              </a:solidFill>
            </a:ln>
          </a:top>
          <a:bottom>
            <a:ln w="12700">
              <a:solidFill>
                <a:schemeClr val="accent3"/>
              </a:solidFill>
            </a:ln>
          </a:bottom>
          <a:insideH>
            <a:ln w="12700">
              <a:solidFill>
                <a:schemeClr val="accent3"/>
              </a:solidFill>
            </a:ln>
          </a:insideH>
          <a:insideV>
            <a:ln w="12700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dk1"/>
      </a:tcTxStyle>
      <a:tcStyle>
        <a:tcBdr/>
      </a:tcStyle>
    </a:lastCol>
    <a:firstCol>
      <a:tcTxStyle b="on">
        <a:fontRef idx="minor">
          <a:prstClr val="black"/>
        </a:fontRef>
        <a:schemeClr val="dk1"/>
      </a:tcTxStyle>
      <a:tcStyle>
        <a:tcBdr/>
      </a:tcStyle>
    </a:firstCol>
    <a:lastRow>
      <a:tcTxStyle b="on">
        <a:fontRef idx="minor">
          <a:prstClr val="black"/>
        </a:fontRef>
        <a:schemeClr val="dk1"/>
      </a:tcTxStyle>
      <a:tcStyle>
        <a:tcBdr>
          <a:top>
            <a:ln w="38100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dk1"/>
      </a:tcTxStyle>
      <a:tcStyle>
        <a:tcBdr>
          <a:bottom>
            <a:ln w="12700">
              <a:solidFill>
                <a:schemeClr val="accent3"/>
              </a:solidFill>
            </a:ln>
          </a:bottom>
        </a:tcBdr>
        <a:fill>
          <a:solidFill>
            <a:schemeClr val="accent3">
              <a:tint val="20000"/>
            </a:schemeClr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 /><Relationship Id="rId13" Type="http://schemas.openxmlformats.org/officeDocument/2006/relationships/tableStyles" Target="tableStyles.xml" /><Relationship Id="rId14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4930644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44856525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544895990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66727197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95073865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45288541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59069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466917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975841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035EF75-229D-A5AD-0EF0-80512B42CD5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59371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425928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69210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52B67B-0923-2478-E62D-360A22373DF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177065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730299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98016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677715-1BA3-7CE5-50E6-8E95DC91282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898642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294396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20847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812077-4434-8086-8BE9-26326F27266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051460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43604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5794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23FD5B4-1C0B-BE39-178F-63B9C9E3F7E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137363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912679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08106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29FB700-1A63-200E-0FF0-8C1AC862E33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8041978" name="Title 1"/>
          <p:cNvSpPr>
            <a:spLocks noGrp="1"/>
          </p:cNvSpPr>
          <p:nvPr userDrawn="1">
            <p:ph type="ctrTitle"/>
          </p:nvPr>
        </p:nvSpPr>
        <p:spPr bwMode="auto">
          <a:xfrm>
            <a:off x="1070367" y="3140967"/>
            <a:ext cx="9994346" cy="1152127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algn="ctr">
              <a:defRPr sz="4000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427362360" name="Subtitle 2"/>
          <p:cNvSpPr>
            <a:spLocks noGrp="1"/>
          </p:cNvSpPr>
          <p:nvPr userDrawn="1">
            <p:ph type="subTitle" idx="1"/>
          </p:nvPr>
        </p:nvSpPr>
        <p:spPr bwMode="auto">
          <a:xfrm>
            <a:off x="2043473" y="4437111"/>
            <a:ext cx="8081653" cy="1008111"/>
          </a:xfrm>
        </p:spPr>
        <p:txBody>
          <a:bodyPr>
            <a:normAutofit/>
          </a:bodyPr>
          <a:lstStyle>
            <a:lvl1pPr marL="0" indent="0" algn="ctr">
              <a:buNone/>
              <a:defRPr sz="2800" b="1">
                <a:solidFill>
                  <a:schemeClr val="tx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/>
              <a:t>Click to edit Master subtitle style</a:t>
            </a:r>
            <a:endParaRPr/>
          </a:p>
        </p:txBody>
      </p:sp>
      <p:sp>
        <p:nvSpPr>
          <p:cNvPr id="1295444356" name="Date Placeholder 1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/>
              <a:t>26.12.2019</a:t>
            </a:fld>
            <a:endParaRPr/>
          </a:p>
        </p:txBody>
      </p:sp>
      <p:sp>
        <p:nvSpPr>
          <p:cNvPr id="856463931" name="Footer Placeholder 1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955347" name="Slide Number Placeholder 17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1974DF9-AD47-4691-BA21-BBFCE3637A9A}" type="slidenum">
              <a:rPr/>
              <a:t>‹#›</a:t>
            </a:fld>
            <a:endParaRPr/>
          </a:p>
        </p:txBody>
      </p:sp>
      <p:grpSp>
        <p:nvGrpSpPr>
          <p:cNvPr id="2013209017" name="Group 312"/>
          <p:cNvGrpSpPr/>
          <p:nvPr userDrawn="1"/>
        </p:nvGrpSpPr>
        <p:grpSpPr bwMode="auto">
          <a:xfrm>
            <a:off x="-22006" y="-7442"/>
            <a:ext cx="12214008" cy="1742779"/>
            <a:chOff x="5534482" y="2204917"/>
            <a:chExt cx="5756459" cy="1155514"/>
          </a:xfrm>
        </p:grpSpPr>
        <p:grpSp>
          <p:nvGrpSpPr>
            <p:cNvPr id="383" name="Group 382"/>
            <p:cNvGrpSpPr/>
            <p:nvPr userDrawn="1"/>
          </p:nvGrpSpPr>
          <p:grpSpPr bwMode="auto">
            <a:xfrm>
              <a:off x="10137289" y="2208431"/>
              <a:ext cx="1153653" cy="1152000"/>
              <a:chOff x="8985289" y="2208431"/>
              <a:chExt cx="1153653" cy="1152000"/>
            </a:xfrm>
          </p:grpSpPr>
          <p:sp>
            <p:nvSpPr>
              <p:cNvPr id="432" name="Rectangle 431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</p:sp>
          <p:grpSp>
            <p:nvGrpSpPr>
              <p:cNvPr id="433" name="Group 432"/>
              <p:cNvGrpSpPr/>
              <p:nvPr userDrawn="1"/>
            </p:nvGrpSpPr>
            <p:grpSpPr bwMode="auto">
              <a:xfrm>
                <a:off x="8985289" y="2208431"/>
                <a:ext cx="1153653" cy="1152000"/>
                <a:chOff x="8985289" y="2208431"/>
                <a:chExt cx="1153653" cy="1152000"/>
              </a:xfrm>
            </p:grpSpPr>
            <p:sp>
              <p:nvSpPr>
                <p:cNvPr id="434" name="Rectangle 433"/>
                <p:cNvSpPr/>
                <p:nvPr userDrawn="1"/>
              </p:nvSpPr>
              <p:spPr bwMode="auto">
                <a:xfrm>
                  <a:off x="8985289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75000"/>
                    <a:alpha val="45000"/>
                  </a:schemeClr>
                </a:solidFill>
                <a:ln>
                  <a:noFill/>
                </a:ln>
              </p:spPr>
            </p:sp>
            <p:sp>
              <p:nvSpPr>
                <p:cNvPr id="435" name="Rectangle 434"/>
                <p:cNvSpPr/>
                <p:nvPr userDrawn="1"/>
              </p:nvSpPr>
              <p:spPr bwMode="auto">
                <a:xfrm>
                  <a:off x="9367467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60000"/>
                  </a:schemeClr>
                </a:solidFill>
                <a:ln>
                  <a:noFill/>
                </a:ln>
              </p:spPr>
            </p:sp>
            <p:sp>
              <p:nvSpPr>
                <p:cNvPr id="436" name="Rectangle 435"/>
                <p:cNvSpPr/>
                <p:nvPr userDrawn="1"/>
              </p:nvSpPr>
              <p:spPr bwMode="auto">
                <a:xfrm>
                  <a:off x="9750410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  <a:alpha val="45000"/>
                  </a:schemeClr>
                </a:solidFill>
                <a:ln>
                  <a:noFill/>
                </a:ln>
              </p:spPr>
            </p:sp>
            <p:sp>
              <p:nvSpPr>
                <p:cNvPr id="437" name="Rectangle 436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22000"/>
                  </a:schemeClr>
                </a:solidFill>
                <a:ln>
                  <a:noFill/>
                </a:ln>
              </p:spPr>
            </p:sp>
            <p:sp>
              <p:nvSpPr>
                <p:cNvPr id="438" name="Rectangle 437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439" name="Rectangle 438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440" name="Rectangle 439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>
                  <a:noFill/>
                </a:ln>
              </p:spPr>
            </p:sp>
            <p:sp>
              <p:nvSpPr>
                <p:cNvPr id="441" name="Rectangle 440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tx2">
                    <a:lumMod val="75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442" name="Rectangle 441"/>
                <p:cNvSpPr/>
                <p:nvPr userDrawn="1"/>
              </p:nvSpPr>
              <p:spPr bwMode="auto">
                <a:xfrm>
                  <a:off x="9753885" y="2976431"/>
                  <a:ext cx="383999" cy="383999"/>
                </a:xfrm>
                <a:prstGeom prst="rect">
                  <a:avLst/>
                </a:prstGeom>
                <a:solidFill>
                  <a:schemeClr val="tx2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384" name="Group 383"/>
            <p:cNvGrpSpPr/>
            <p:nvPr userDrawn="1"/>
          </p:nvGrpSpPr>
          <p:grpSpPr bwMode="auto">
            <a:xfrm>
              <a:off x="8985885" y="2204917"/>
              <a:ext cx="1153057" cy="1152000"/>
              <a:chOff x="8985885" y="2208431"/>
              <a:chExt cx="1153057" cy="1152000"/>
            </a:xfrm>
          </p:grpSpPr>
          <p:sp>
            <p:nvSpPr>
              <p:cNvPr id="421" name="Rectangle 420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</p:sp>
          <p:grpSp>
            <p:nvGrpSpPr>
              <p:cNvPr id="422" name="Group 421"/>
              <p:cNvGrpSpPr/>
              <p:nvPr userDrawn="1"/>
            </p:nvGrpSpPr>
            <p:grpSpPr bwMode="auto">
              <a:xfrm>
                <a:off x="8988763" y="2208431"/>
                <a:ext cx="1150178" cy="1152000"/>
                <a:chOff x="8988763" y="2208431"/>
                <a:chExt cx="1150178" cy="1152000"/>
              </a:xfrm>
            </p:grpSpPr>
            <p:sp>
              <p:nvSpPr>
                <p:cNvPr id="423" name="Rectangle 422"/>
                <p:cNvSpPr/>
                <p:nvPr userDrawn="1"/>
              </p:nvSpPr>
              <p:spPr bwMode="auto">
                <a:xfrm>
                  <a:off x="8989821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  <p:sp>
              <p:nvSpPr>
                <p:cNvPr id="424" name="Rectangle 423"/>
                <p:cNvSpPr/>
                <p:nvPr userDrawn="1"/>
              </p:nvSpPr>
              <p:spPr bwMode="auto">
                <a:xfrm>
                  <a:off x="9371999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40000"/>
                  </a:schemeClr>
                </a:solidFill>
                <a:ln>
                  <a:noFill/>
                </a:ln>
              </p:spPr>
            </p:sp>
            <p:sp>
              <p:nvSpPr>
                <p:cNvPr id="425" name="Rectangle 424"/>
                <p:cNvSpPr/>
                <p:nvPr userDrawn="1"/>
              </p:nvSpPr>
              <p:spPr bwMode="auto">
                <a:xfrm>
                  <a:off x="9754942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  <a:alpha val="30000"/>
                  </a:schemeClr>
                </a:solidFill>
                <a:ln>
                  <a:noFill/>
                </a:ln>
              </p:spPr>
            </p:sp>
            <p:sp>
              <p:nvSpPr>
                <p:cNvPr id="426" name="Rectangle 425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22000"/>
                  </a:schemeClr>
                </a:solidFill>
                <a:ln>
                  <a:noFill/>
                </a:ln>
              </p:spPr>
            </p:sp>
            <p:sp>
              <p:nvSpPr>
                <p:cNvPr id="427" name="Rectangle 426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428" name="Rectangle 427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429" name="Rectangle 428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50000"/>
                    <a:alpha val="20000"/>
                  </a:schemeClr>
                </a:solidFill>
                <a:ln>
                  <a:noFill/>
                </a:ln>
              </p:spPr>
            </p:sp>
            <p:sp>
              <p:nvSpPr>
                <p:cNvPr id="430" name="Rectangle 429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75000"/>
                  </a:schemeClr>
                </a:solidFill>
                <a:ln>
                  <a:noFill/>
                </a:ln>
              </p:spPr>
            </p:sp>
            <p:sp>
              <p:nvSpPr>
                <p:cNvPr id="431" name="Rectangle 430"/>
                <p:cNvSpPr/>
                <p:nvPr userDrawn="1"/>
              </p:nvSpPr>
              <p:spPr bwMode="auto">
                <a:xfrm>
                  <a:off x="9753885" y="2976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385" name="Group 384"/>
            <p:cNvGrpSpPr/>
            <p:nvPr userDrawn="1"/>
          </p:nvGrpSpPr>
          <p:grpSpPr bwMode="auto">
            <a:xfrm>
              <a:off x="7832827" y="2208431"/>
              <a:ext cx="1156531" cy="1152000"/>
              <a:chOff x="8985885" y="2208431"/>
              <a:chExt cx="1156531" cy="1152000"/>
            </a:xfrm>
          </p:grpSpPr>
          <p:sp>
            <p:nvSpPr>
              <p:cNvPr id="410" name="Rectangle 409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</p:sp>
          <p:grpSp>
            <p:nvGrpSpPr>
              <p:cNvPr id="411" name="Group 410"/>
              <p:cNvGrpSpPr/>
              <p:nvPr userDrawn="1"/>
            </p:nvGrpSpPr>
            <p:grpSpPr bwMode="auto">
              <a:xfrm>
                <a:off x="8988763" y="2208431"/>
                <a:ext cx="1153653" cy="1152000"/>
                <a:chOff x="8988763" y="2208431"/>
                <a:chExt cx="1153653" cy="1152000"/>
              </a:xfrm>
            </p:grpSpPr>
            <p:sp>
              <p:nvSpPr>
                <p:cNvPr id="412" name="Rectangle 411"/>
                <p:cNvSpPr/>
                <p:nvPr userDrawn="1"/>
              </p:nvSpPr>
              <p:spPr bwMode="auto">
                <a:xfrm>
                  <a:off x="8989821" y="2592432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ln>
                  <a:noFill/>
                </a:ln>
              </p:spPr>
            </p:sp>
            <p:sp>
              <p:nvSpPr>
                <p:cNvPr id="413" name="Rectangle 412"/>
                <p:cNvSpPr/>
                <p:nvPr userDrawn="1"/>
              </p:nvSpPr>
              <p:spPr bwMode="auto">
                <a:xfrm>
                  <a:off x="9371999" y="2592432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62000"/>
                  </a:schemeClr>
                </a:solidFill>
                <a:ln>
                  <a:noFill/>
                </a:ln>
              </p:spPr>
            </p:sp>
            <p:sp>
              <p:nvSpPr>
                <p:cNvPr id="414" name="Rectangle 413"/>
                <p:cNvSpPr/>
                <p:nvPr userDrawn="1"/>
              </p:nvSpPr>
              <p:spPr bwMode="auto">
                <a:xfrm>
                  <a:off x="9754942" y="2592432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  <a:alpha val="55000"/>
                  </a:schemeClr>
                </a:solidFill>
                <a:ln>
                  <a:noFill/>
                </a:ln>
              </p:spPr>
            </p:sp>
            <p:sp>
              <p:nvSpPr>
                <p:cNvPr id="415" name="Rectangle 414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46000"/>
                  </a:schemeClr>
                </a:solidFill>
                <a:ln>
                  <a:noFill/>
                </a:ln>
              </p:spPr>
            </p:sp>
            <p:sp>
              <p:nvSpPr>
                <p:cNvPr id="416" name="Rectangle 415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60000"/>
                    <a:lumOff val="40000"/>
                    <a:alpha val="30000"/>
                  </a:schemeClr>
                </a:solidFill>
                <a:ln>
                  <a:noFill/>
                </a:ln>
              </p:spPr>
            </p:sp>
            <p:sp>
              <p:nvSpPr>
                <p:cNvPr id="417" name="Rectangle 416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40000"/>
                    <a:lumOff val="60000"/>
                    <a:alpha val="76000"/>
                  </a:schemeClr>
                </a:solidFill>
                <a:ln>
                  <a:noFill/>
                </a:ln>
              </p:spPr>
            </p:sp>
            <p:sp>
              <p:nvSpPr>
                <p:cNvPr id="418" name="Rectangle 417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30000"/>
                  </a:schemeClr>
                </a:solidFill>
                <a:ln>
                  <a:noFill/>
                </a:ln>
              </p:spPr>
            </p:sp>
            <p:sp>
              <p:nvSpPr>
                <p:cNvPr id="419" name="Rectangle 418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420" name="Rectangle 419"/>
                <p:cNvSpPr/>
                <p:nvPr userDrawn="1"/>
              </p:nvSpPr>
              <p:spPr bwMode="auto">
                <a:xfrm>
                  <a:off x="9758417" y="2976431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386" name="Group 385"/>
            <p:cNvGrpSpPr/>
            <p:nvPr userDrawn="1"/>
          </p:nvGrpSpPr>
          <p:grpSpPr bwMode="auto">
            <a:xfrm>
              <a:off x="6683297" y="2204917"/>
              <a:ext cx="1153057" cy="1152000"/>
              <a:chOff x="8985885" y="2208431"/>
              <a:chExt cx="1153057" cy="1152000"/>
            </a:xfrm>
          </p:grpSpPr>
          <p:sp>
            <p:nvSpPr>
              <p:cNvPr id="399" name="Rectangle 398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</p:sp>
          <p:grpSp>
            <p:nvGrpSpPr>
              <p:cNvPr id="400" name="Group 399"/>
              <p:cNvGrpSpPr/>
              <p:nvPr userDrawn="1"/>
            </p:nvGrpSpPr>
            <p:grpSpPr bwMode="auto">
              <a:xfrm>
                <a:off x="8988763" y="2208431"/>
                <a:ext cx="1150178" cy="1152000"/>
                <a:chOff x="8988763" y="2208431"/>
                <a:chExt cx="1150178" cy="1152000"/>
              </a:xfrm>
            </p:grpSpPr>
            <p:sp>
              <p:nvSpPr>
                <p:cNvPr id="401" name="Rectangle 400"/>
                <p:cNvSpPr/>
                <p:nvPr userDrawn="1"/>
              </p:nvSpPr>
              <p:spPr bwMode="auto">
                <a:xfrm>
                  <a:off x="8989821" y="2592432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75000"/>
                    <a:alpha val="76000"/>
                  </a:schemeClr>
                </a:solidFill>
                <a:ln>
                  <a:noFill/>
                </a:ln>
              </p:spPr>
            </p:sp>
            <p:sp>
              <p:nvSpPr>
                <p:cNvPr id="402" name="Rectangle 401"/>
                <p:cNvSpPr/>
                <p:nvPr userDrawn="1"/>
              </p:nvSpPr>
              <p:spPr bwMode="auto">
                <a:xfrm>
                  <a:off x="9371999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38000"/>
                  </a:schemeClr>
                </a:solidFill>
                <a:ln>
                  <a:noFill/>
                </a:ln>
              </p:spPr>
            </p:sp>
            <p:sp>
              <p:nvSpPr>
                <p:cNvPr id="403" name="Rectangle 402"/>
                <p:cNvSpPr/>
                <p:nvPr userDrawn="1"/>
              </p:nvSpPr>
              <p:spPr bwMode="auto">
                <a:xfrm>
                  <a:off x="9754942" y="2592432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75000"/>
                    <a:alpha val="24000"/>
                  </a:schemeClr>
                </a:solidFill>
                <a:ln>
                  <a:noFill/>
                </a:ln>
              </p:spPr>
            </p:sp>
            <p:sp>
              <p:nvSpPr>
                <p:cNvPr id="404" name="Rectangle 403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35000"/>
                  </a:schemeClr>
                </a:solidFill>
                <a:ln>
                  <a:noFill/>
                </a:ln>
              </p:spPr>
            </p:sp>
            <p:sp>
              <p:nvSpPr>
                <p:cNvPr id="405" name="Rectangle 404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406" name="Rectangle 405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407" name="Rectangle 406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  <a:alpha val="25000"/>
                  </a:schemeClr>
                </a:solidFill>
                <a:ln>
                  <a:noFill/>
                </a:ln>
              </p:spPr>
            </p:sp>
            <p:sp>
              <p:nvSpPr>
                <p:cNvPr id="408" name="Rectangle 407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tx2">
                    <a:lumMod val="60000"/>
                    <a:lumOff val="40000"/>
                    <a:alpha val="3999"/>
                  </a:schemeClr>
                </a:solidFill>
                <a:ln>
                  <a:noFill/>
                </a:ln>
              </p:spPr>
            </p:sp>
            <p:sp>
              <p:nvSpPr>
                <p:cNvPr id="409" name="Rectangle 408"/>
                <p:cNvSpPr/>
                <p:nvPr userDrawn="1"/>
              </p:nvSpPr>
              <p:spPr bwMode="auto">
                <a:xfrm>
                  <a:off x="9753885" y="2976431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29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387" name="Group 386"/>
            <p:cNvGrpSpPr/>
            <p:nvPr userDrawn="1"/>
          </p:nvGrpSpPr>
          <p:grpSpPr bwMode="auto">
            <a:xfrm>
              <a:off x="5534482" y="2204917"/>
              <a:ext cx="1153057" cy="1152000"/>
              <a:chOff x="8985885" y="2208431"/>
              <a:chExt cx="1153057" cy="1152000"/>
            </a:xfrm>
          </p:grpSpPr>
          <p:sp>
            <p:nvSpPr>
              <p:cNvPr id="388" name="Rectangle 387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</p:sp>
          <p:grpSp>
            <p:nvGrpSpPr>
              <p:cNvPr id="389" name="Group 388"/>
              <p:cNvGrpSpPr/>
              <p:nvPr userDrawn="1"/>
            </p:nvGrpSpPr>
            <p:grpSpPr bwMode="auto">
              <a:xfrm>
                <a:off x="8988763" y="2208431"/>
                <a:ext cx="1150178" cy="1152000"/>
                <a:chOff x="8988763" y="2208431"/>
                <a:chExt cx="1150178" cy="1152000"/>
              </a:xfrm>
            </p:grpSpPr>
            <p:sp>
              <p:nvSpPr>
                <p:cNvPr id="390" name="Rectangle 389"/>
                <p:cNvSpPr/>
                <p:nvPr userDrawn="1"/>
              </p:nvSpPr>
              <p:spPr bwMode="auto">
                <a:xfrm>
                  <a:off x="8989821" y="2592432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48000"/>
                  </a:schemeClr>
                </a:solidFill>
                <a:ln>
                  <a:noFill/>
                </a:ln>
              </p:spPr>
            </p:sp>
            <p:sp>
              <p:nvSpPr>
                <p:cNvPr id="391" name="Rectangle 390"/>
                <p:cNvSpPr/>
                <p:nvPr userDrawn="1"/>
              </p:nvSpPr>
              <p:spPr bwMode="auto">
                <a:xfrm>
                  <a:off x="9371999" y="2592432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29000"/>
                  </a:schemeClr>
                </a:solidFill>
                <a:ln>
                  <a:noFill/>
                </a:ln>
              </p:spPr>
            </p:sp>
            <p:sp>
              <p:nvSpPr>
                <p:cNvPr id="392" name="Rectangle 391"/>
                <p:cNvSpPr/>
                <p:nvPr userDrawn="1"/>
              </p:nvSpPr>
              <p:spPr bwMode="auto">
                <a:xfrm>
                  <a:off x="9754942" y="2592432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15999"/>
                  </a:schemeClr>
                </a:solidFill>
                <a:ln>
                  <a:noFill/>
                </a:ln>
              </p:spPr>
            </p:sp>
            <p:sp>
              <p:nvSpPr>
                <p:cNvPr id="393" name="Rectangle 392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3999"/>
                  </a:schemeClr>
                </a:solidFill>
                <a:ln>
                  <a:noFill/>
                </a:ln>
              </p:spPr>
            </p:sp>
            <p:sp>
              <p:nvSpPr>
                <p:cNvPr id="394" name="Rectangle 393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23000"/>
                  </a:schemeClr>
                </a:solidFill>
                <a:ln>
                  <a:noFill/>
                </a:ln>
              </p:spPr>
            </p:sp>
            <p:sp>
              <p:nvSpPr>
                <p:cNvPr id="395" name="Rectangle 394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  <a:alpha val="26999"/>
                  </a:schemeClr>
                </a:solidFill>
                <a:ln>
                  <a:noFill/>
                </a:ln>
              </p:spPr>
            </p:sp>
            <p:sp>
              <p:nvSpPr>
                <p:cNvPr id="396" name="Rectangle 395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65000"/>
                  </a:schemeClr>
                </a:solidFill>
                <a:ln>
                  <a:noFill/>
                </a:ln>
              </p:spPr>
            </p:sp>
            <p:sp>
              <p:nvSpPr>
                <p:cNvPr id="397" name="Rectangle 396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398" name="Rectangle 397"/>
                <p:cNvSpPr/>
                <p:nvPr userDrawn="1"/>
              </p:nvSpPr>
              <p:spPr bwMode="auto">
                <a:xfrm>
                  <a:off x="9753885" y="2976431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57000"/>
                  </a:schemeClr>
                </a:solidFill>
                <a:ln>
                  <a:noFill/>
                </a:ln>
              </p:spPr>
            </p:sp>
          </p:grpSp>
        </p:grpSp>
      </p:grpSp>
      <p:grpSp>
        <p:nvGrpSpPr>
          <p:cNvPr id="611679988" name="Group 4"/>
          <p:cNvGrpSpPr/>
          <p:nvPr userDrawn="1"/>
        </p:nvGrpSpPr>
        <p:grpSpPr bwMode="auto">
          <a:xfrm>
            <a:off x="1" y="6597351"/>
            <a:ext cx="12191998" cy="290795"/>
            <a:chOff x="-22006" y="8796469"/>
            <a:chExt cx="6520455" cy="387727"/>
          </a:xfrm>
        </p:grpSpPr>
        <p:sp>
          <p:nvSpPr>
            <p:cNvPr id="464" name="Rectangle 463"/>
            <p:cNvSpPr/>
            <p:nvPr userDrawn="1"/>
          </p:nvSpPr>
          <p:spPr bwMode="auto">
            <a:xfrm>
              <a:off x="5345391" y="8799984"/>
              <a:ext cx="1152000" cy="38048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465" name="Rectangle 464"/>
            <p:cNvSpPr/>
            <p:nvPr userDrawn="1"/>
          </p:nvSpPr>
          <p:spPr bwMode="auto">
            <a:xfrm>
              <a:off x="5349327" y="8799984"/>
              <a:ext cx="383999" cy="383999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22000"/>
              </a:schemeClr>
            </a:solidFill>
            <a:ln>
              <a:noFill/>
            </a:ln>
          </p:spPr>
        </p:sp>
        <p:sp>
          <p:nvSpPr>
            <p:cNvPr id="466" name="Rectangle 465"/>
            <p:cNvSpPr/>
            <p:nvPr userDrawn="1"/>
          </p:nvSpPr>
          <p:spPr bwMode="auto">
            <a:xfrm>
              <a:off x="5731506" y="8799984"/>
              <a:ext cx="383999" cy="383999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0"/>
              </a:schemeClr>
            </a:solidFill>
            <a:ln>
              <a:noFill/>
            </a:ln>
          </p:spPr>
        </p:sp>
        <p:sp>
          <p:nvSpPr>
            <p:cNvPr id="467" name="Rectangle 466"/>
            <p:cNvSpPr/>
            <p:nvPr userDrawn="1"/>
          </p:nvSpPr>
          <p:spPr bwMode="auto">
            <a:xfrm>
              <a:off x="6114449" y="8799984"/>
              <a:ext cx="383999" cy="383999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</p:sp>
        <p:sp>
          <p:nvSpPr>
            <p:cNvPr id="468" name="Rectangle 467"/>
            <p:cNvSpPr/>
            <p:nvPr userDrawn="1"/>
          </p:nvSpPr>
          <p:spPr bwMode="auto">
            <a:xfrm>
              <a:off x="4193391" y="8796469"/>
              <a:ext cx="1152000" cy="380485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</p:sp>
        <p:sp>
          <p:nvSpPr>
            <p:cNvPr id="469" name="Rectangle 468"/>
            <p:cNvSpPr/>
            <p:nvPr userDrawn="1"/>
          </p:nvSpPr>
          <p:spPr bwMode="auto">
            <a:xfrm>
              <a:off x="4197327" y="8796469"/>
              <a:ext cx="383999" cy="383999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22000"/>
              </a:schemeClr>
            </a:solidFill>
            <a:ln>
              <a:noFill/>
            </a:ln>
          </p:spPr>
        </p:sp>
        <p:sp>
          <p:nvSpPr>
            <p:cNvPr id="470" name="Rectangle 469"/>
            <p:cNvSpPr/>
            <p:nvPr userDrawn="1"/>
          </p:nvSpPr>
          <p:spPr bwMode="auto">
            <a:xfrm>
              <a:off x="4579506" y="8796469"/>
              <a:ext cx="383999" cy="383999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0"/>
              </a:schemeClr>
            </a:solidFill>
            <a:ln>
              <a:noFill/>
            </a:ln>
          </p:spPr>
        </p:sp>
        <p:sp>
          <p:nvSpPr>
            <p:cNvPr id="471" name="Rectangle 470"/>
            <p:cNvSpPr/>
            <p:nvPr userDrawn="1"/>
          </p:nvSpPr>
          <p:spPr bwMode="auto">
            <a:xfrm>
              <a:off x="4962449" y="8796469"/>
              <a:ext cx="383999" cy="383999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50000"/>
              </a:schemeClr>
            </a:solidFill>
            <a:ln>
              <a:noFill/>
            </a:ln>
          </p:spPr>
        </p:sp>
        <p:sp>
          <p:nvSpPr>
            <p:cNvPr id="472" name="Rectangle 471"/>
            <p:cNvSpPr/>
            <p:nvPr userDrawn="1"/>
          </p:nvSpPr>
          <p:spPr bwMode="auto">
            <a:xfrm>
              <a:off x="3040334" y="8799984"/>
              <a:ext cx="1152000" cy="380485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473" name="Rectangle 472"/>
            <p:cNvSpPr/>
            <p:nvPr userDrawn="1"/>
          </p:nvSpPr>
          <p:spPr bwMode="auto">
            <a:xfrm>
              <a:off x="3044270" y="8799984"/>
              <a:ext cx="383999" cy="383999"/>
            </a:xfrm>
            <a:prstGeom prst="rect">
              <a:avLst/>
            </a:prstGeom>
            <a:solidFill>
              <a:schemeClr val="accent2">
                <a:lumMod val="75000"/>
                <a:alpha val="46000"/>
              </a:schemeClr>
            </a:solidFill>
            <a:ln>
              <a:noFill/>
            </a:ln>
          </p:spPr>
        </p:sp>
        <p:sp>
          <p:nvSpPr>
            <p:cNvPr id="474" name="Rectangle 473"/>
            <p:cNvSpPr/>
            <p:nvPr userDrawn="1"/>
          </p:nvSpPr>
          <p:spPr bwMode="auto">
            <a:xfrm>
              <a:off x="3426449" y="8799984"/>
              <a:ext cx="383999" cy="383999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30000"/>
              </a:schemeClr>
            </a:solidFill>
            <a:ln>
              <a:noFill/>
            </a:ln>
          </p:spPr>
        </p:sp>
        <p:sp>
          <p:nvSpPr>
            <p:cNvPr id="475" name="Rectangle 474"/>
            <p:cNvSpPr/>
            <p:nvPr userDrawn="1"/>
          </p:nvSpPr>
          <p:spPr bwMode="auto">
            <a:xfrm>
              <a:off x="3809391" y="8799984"/>
              <a:ext cx="383999" cy="383999"/>
            </a:xfrm>
            <a:prstGeom prst="rect">
              <a:avLst/>
            </a:prstGeom>
            <a:solidFill>
              <a:schemeClr val="accent2">
                <a:lumMod val="40000"/>
                <a:lumOff val="60000"/>
                <a:alpha val="76000"/>
              </a:schemeClr>
            </a:solidFill>
            <a:ln>
              <a:noFill/>
            </a:ln>
          </p:spPr>
        </p:sp>
        <p:sp>
          <p:nvSpPr>
            <p:cNvPr id="476" name="Rectangle 475"/>
            <p:cNvSpPr/>
            <p:nvPr userDrawn="1"/>
          </p:nvSpPr>
          <p:spPr bwMode="auto">
            <a:xfrm>
              <a:off x="1890803" y="8796469"/>
              <a:ext cx="1152000" cy="38048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</p:sp>
        <p:sp>
          <p:nvSpPr>
            <p:cNvPr id="477" name="Rectangle 476"/>
            <p:cNvSpPr/>
            <p:nvPr userDrawn="1"/>
          </p:nvSpPr>
          <p:spPr bwMode="auto">
            <a:xfrm>
              <a:off x="1894739" y="8796469"/>
              <a:ext cx="383999" cy="383999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35000"/>
              </a:schemeClr>
            </a:solidFill>
            <a:ln>
              <a:noFill/>
            </a:ln>
          </p:spPr>
        </p:sp>
        <p:sp>
          <p:nvSpPr>
            <p:cNvPr id="478" name="Rectangle 477"/>
            <p:cNvSpPr/>
            <p:nvPr userDrawn="1"/>
          </p:nvSpPr>
          <p:spPr bwMode="auto">
            <a:xfrm>
              <a:off x="2276918" y="8796469"/>
              <a:ext cx="383999" cy="383999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0"/>
              </a:schemeClr>
            </a:solidFill>
            <a:ln>
              <a:noFill/>
            </a:ln>
          </p:spPr>
        </p:sp>
        <p:sp>
          <p:nvSpPr>
            <p:cNvPr id="479" name="Rectangle 478"/>
            <p:cNvSpPr/>
            <p:nvPr userDrawn="1"/>
          </p:nvSpPr>
          <p:spPr bwMode="auto">
            <a:xfrm>
              <a:off x="2659861" y="8796469"/>
              <a:ext cx="383999" cy="383999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</p:sp>
        <p:sp>
          <p:nvSpPr>
            <p:cNvPr id="480" name="Rectangle 479"/>
            <p:cNvSpPr/>
            <p:nvPr userDrawn="1"/>
          </p:nvSpPr>
          <p:spPr bwMode="auto">
            <a:xfrm>
              <a:off x="741989" y="8796469"/>
              <a:ext cx="1152000" cy="383999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</p:sp>
        <p:sp>
          <p:nvSpPr>
            <p:cNvPr id="481" name="Rectangle 480"/>
            <p:cNvSpPr/>
            <p:nvPr userDrawn="1"/>
          </p:nvSpPr>
          <p:spPr bwMode="auto">
            <a:xfrm>
              <a:off x="745925" y="8796469"/>
              <a:ext cx="383999" cy="383999"/>
            </a:xfrm>
            <a:prstGeom prst="rect">
              <a:avLst/>
            </a:prstGeom>
            <a:solidFill>
              <a:schemeClr val="accent4">
                <a:lumMod val="40000"/>
                <a:lumOff val="60000"/>
                <a:alpha val="3999"/>
              </a:schemeClr>
            </a:solidFill>
            <a:ln>
              <a:noFill/>
            </a:ln>
          </p:spPr>
        </p:sp>
        <p:sp>
          <p:nvSpPr>
            <p:cNvPr id="482" name="Rectangle 481"/>
            <p:cNvSpPr/>
            <p:nvPr userDrawn="1"/>
          </p:nvSpPr>
          <p:spPr bwMode="auto">
            <a:xfrm>
              <a:off x="1128103" y="8796469"/>
              <a:ext cx="383999" cy="383999"/>
            </a:xfrm>
            <a:prstGeom prst="rect">
              <a:avLst/>
            </a:prstGeom>
            <a:solidFill>
              <a:schemeClr val="accent4">
                <a:lumMod val="40000"/>
                <a:lumOff val="60000"/>
                <a:alpha val="23000"/>
              </a:schemeClr>
            </a:solidFill>
            <a:ln>
              <a:noFill/>
            </a:ln>
          </p:spPr>
        </p:sp>
        <p:sp>
          <p:nvSpPr>
            <p:cNvPr id="483" name="Rectangle 482"/>
            <p:cNvSpPr/>
            <p:nvPr userDrawn="1"/>
          </p:nvSpPr>
          <p:spPr bwMode="auto">
            <a:xfrm>
              <a:off x="1511046" y="8796469"/>
              <a:ext cx="383999" cy="383999"/>
            </a:xfrm>
            <a:prstGeom prst="rect">
              <a:avLst/>
            </a:prstGeom>
            <a:solidFill>
              <a:schemeClr val="accent4">
                <a:lumMod val="20000"/>
                <a:lumOff val="80000"/>
                <a:alpha val="26999"/>
              </a:schemeClr>
            </a:solidFill>
            <a:ln>
              <a:noFill/>
            </a:ln>
          </p:spPr>
        </p:sp>
        <p:sp>
          <p:nvSpPr>
            <p:cNvPr id="484" name="Rectangle 483"/>
            <p:cNvSpPr/>
            <p:nvPr userDrawn="1"/>
          </p:nvSpPr>
          <p:spPr bwMode="auto">
            <a:xfrm>
              <a:off x="-22006" y="8800197"/>
              <a:ext cx="770417" cy="38027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</p:sp>
        <p:sp>
          <p:nvSpPr>
            <p:cNvPr id="485" name="Rectangle 484"/>
            <p:cNvSpPr/>
            <p:nvPr userDrawn="1"/>
          </p:nvSpPr>
          <p:spPr bwMode="auto">
            <a:xfrm>
              <a:off x="-17473" y="8800197"/>
              <a:ext cx="383999" cy="383999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0"/>
              </a:schemeClr>
            </a:solidFill>
            <a:ln>
              <a:noFill/>
            </a:ln>
          </p:spPr>
        </p:sp>
        <p:sp>
          <p:nvSpPr>
            <p:cNvPr id="486" name="Rectangle 485"/>
            <p:cNvSpPr/>
            <p:nvPr userDrawn="1"/>
          </p:nvSpPr>
          <p:spPr bwMode="auto">
            <a:xfrm>
              <a:off x="365469" y="8800197"/>
              <a:ext cx="383999" cy="383999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712320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40658782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024430731" name="Date Placeholder 14"/>
          <p:cNvSpPr>
            <a:spLocks noGrp="1"/>
          </p:cNvSpPr>
          <p:nvPr>
            <p:ph type="dt" sz="half" idx="10"/>
          </p:nvPr>
        </p:nvSpPr>
        <p:spPr bwMode="auto">
          <a:xfrm>
            <a:off x="607261" y="6109507"/>
            <a:ext cx="2844799" cy="365125"/>
          </a:xfrm>
        </p:spPr>
        <p:txBody>
          <a:bodyPr/>
          <a:lstStyle/>
          <a:p>
            <a:pPr>
              <a:defRPr/>
            </a:pPr>
            <a:fld id="{51E84241-D031-42DE-84E4-CC10C30232F4}" type="datetimeFigureOut">
              <a:rPr/>
              <a:t>26.12.2019</a:t>
            </a:fld>
            <a:endParaRPr/>
          </a:p>
        </p:txBody>
      </p:sp>
      <p:sp>
        <p:nvSpPr>
          <p:cNvPr id="1006453930" name="Footer Placeholder 15"/>
          <p:cNvSpPr>
            <a:spLocks noGrp="1"/>
          </p:cNvSpPr>
          <p:nvPr>
            <p:ph type="ftr" sz="quarter" idx="11"/>
          </p:nvPr>
        </p:nvSpPr>
        <p:spPr bwMode="auto">
          <a:xfrm>
            <a:off x="7758885" y="6132835"/>
            <a:ext cx="3860799" cy="365125"/>
          </a:xfr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6940931" name="Slide Number Placeholder 17"/>
          <p:cNvSpPr>
            <a:spLocks noGrp="1"/>
          </p:cNvSpPr>
          <p:nvPr>
            <p:ph type="sldNum" sz="quarter" idx="12"/>
          </p:nvPr>
        </p:nvSpPr>
        <p:spPr bwMode="auto">
          <a:xfrm>
            <a:off x="5190395" y="6132835"/>
            <a:ext cx="952634" cy="365125"/>
          </a:xfrm>
        </p:spPr>
        <p:txBody>
          <a:bodyPr/>
          <a:lstStyle/>
          <a:p>
            <a:pPr>
              <a:defRPr/>
            </a:pPr>
            <a:fld id="{91974DF9-AD47-4691-BA21-BBFCE3637A9A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0821539" name="Title 1"/>
          <p:cNvSpPr>
            <a:spLocks noGrp="1"/>
          </p:cNvSpPr>
          <p:nvPr>
            <p:ph type="title"/>
          </p:nvPr>
        </p:nvSpPr>
        <p:spPr bwMode="auto">
          <a:xfrm>
            <a:off x="623391" y="980729"/>
            <a:ext cx="10945215" cy="1002034"/>
          </a:xfrm>
          <a:prstGeom prst="rect">
            <a:avLst/>
          </a:prstGeom>
          <a:noFill/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76982393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23391" y="2060847"/>
            <a:ext cx="10945215" cy="3960439"/>
          </a:xfrm>
        </p:spPr>
        <p:txBody>
          <a:bodyPr anchor="t" anchorCtr="0"/>
          <a:lstStyle>
            <a:lvl1pPr marL="0" indent="0">
              <a:buNone/>
              <a:defRPr sz="200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09586490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/>
              <a:t>26.12.2019</a:t>
            </a:fld>
            <a:endParaRPr/>
          </a:p>
        </p:txBody>
      </p:sp>
      <p:sp>
        <p:nvSpPr>
          <p:cNvPr id="361254280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705063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1974DF9-AD47-4691-BA21-BBFCE3637A9A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528026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09599" y="1423317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77056621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97599" y="1423317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583209519" name="Date Placeholder 7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/>
              <a:t>26.12.2019</a:t>
            </a:fld>
            <a:endParaRPr/>
          </a:p>
        </p:txBody>
      </p:sp>
      <p:sp>
        <p:nvSpPr>
          <p:cNvPr id="1237089608" name="Footer Placeholder 8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1713943" name="Slide Number Placeholder 9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1974DF9-AD47-4691-BA21-BBFCE3637A9A}" type="slidenum">
              <a:rPr/>
              <a:t>‹#›</a:t>
            </a:fld>
            <a:endParaRPr/>
          </a:p>
        </p:txBody>
      </p:sp>
      <p:sp>
        <p:nvSpPr>
          <p:cNvPr id="1007416655" name="Title 10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522484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412775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4685734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09599" y="2052538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130585518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93368" y="1412775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170546403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93368" y="2052538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990502975" name="Date Placeholder 9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/>
              <a:t>26.12.2019</a:t>
            </a:fld>
            <a:endParaRPr/>
          </a:p>
        </p:txBody>
      </p:sp>
      <p:sp>
        <p:nvSpPr>
          <p:cNvPr id="707147960" name="Footer Placeholder 10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62796" name="Slide Number Placeholder 1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1974DF9-AD47-4691-BA21-BBFCE3637A9A}" type="slidenum">
              <a:rPr/>
              <a:t>‹#›</a:t>
            </a:fld>
            <a:endParaRPr/>
          </a:p>
        </p:txBody>
      </p:sp>
      <p:sp>
        <p:nvSpPr>
          <p:cNvPr id="1796188566" name="Title 12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0038804" name="Title 8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12958877" name="Date Placeholder 9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/>
              <a:t>26.12.2019</a:t>
            </a:fld>
            <a:endParaRPr/>
          </a:p>
        </p:txBody>
      </p:sp>
      <p:sp>
        <p:nvSpPr>
          <p:cNvPr id="1935644363" name="Footer Placeholder 10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8131269" name="Slide Number Placeholder 1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1974DF9-AD47-4691-BA21-BBFCE3637A9A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1929049" name="Date Placeholder 18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/>
              <a:t>26.12.2019</a:t>
            </a:fld>
            <a:endParaRPr/>
          </a:p>
        </p:txBody>
      </p:sp>
      <p:sp>
        <p:nvSpPr>
          <p:cNvPr id="1398172821" name="Footer Placeholder 19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4203688" name="Slide Number Placeholder 20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1974DF9-AD47-4691-BA21-BBFCE3637A9A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094442" name="Content Placeholder 2"/>
          <p:cNvSpPr>
            <a:spLocks noGrp="1"/>
          </p:cNvSpPr>
          <p:nvPr>
            <p:ph idx="1"/>
          </p:nvPr>
        </p:nvSpPr>
        <p:spPr bwMode="auto">
          <a:xfrm>
            <a:off x="4847861" y="1196753"/>
            <a:ext cx="6816757" cy="4824535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67451318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23393" y="1196753"/>
            <a:ext cx="4011084" cy="4824535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70236566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/>
              <a:t>26.12.2019</a:t>
            </a:fld>
            <a:endParaRPr/>
          </a:p>
        </p:txBody>
      </p:sp>
      <p:sp>
        <p:nvSpPr>
          <p:cNvPr id="154607166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782567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6B5AA3AA-5EA9-4976-BF6C-9891F6110747}" type="slidenum">
              <a:rPr/>
              <a:t>‹#›</a:t>
            </a:fld>
            <a:endParaRPr/>
          </a:p>
        </p:txBody>
      </p:sp>
      <p:sp>
        <p:nvSpPr>
          <p:cNvPr id="1734900435" name="Title 8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3364347" name="Title 1"/>
          <p:cNvSpPr>
            <a:spLocks noGrp="1"/>
          </p:cNvSpPr>
          <p:nvPr>
            <p:ph type="title"/>
          </p:nvPr>
        </p:nvSpPr>
        <p:spPr bwMode="auto">
          <a:xfrm>
            <a:off x="2389717" y="4797151"/>
            <a:ext cx="7315200" cy="576063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142170402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2389717" y="1196751"/>
            <a:ext cx="7315200" cy="3528391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/>
              <a:t>Click icon to add picture</a:t>
            </a:r>
            <a:endParaRPr/>
          </a:p>
        </p:txBody>
      </p:sp>
      <p:sp>
        <p:nvSpPr>
          <p:cNvPr id="1812241622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2389717" y="5445223"/>
            <a:ext cx="7315200" cy="50296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718011479" name="Date Placeholder 8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/>
              <a:t>26.12.2019</a:t>
            </a:fld>
            <a:endParaRPr/>
          </a:p>
        </p:txBody>
      </p:sp>
      <p:sp>
        <p:nvSpPr>
          <p:cNvPr id="1456419583" name="Footer Placeholder 9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7760585" name="Slide Number Placeholder 10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1974DF9-AD47-4691-BA21-BBFCE3637A9A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862282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38673682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415648621" name="Date Placeholder 9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/>
              <a:t>26.12.2019</a:t>
            </a:fld>
            <a:endParaRPr/>
          </a:p>
        </p:txBody>
      </p:sp>
      <p:sp>
        <p:nvSpPr>
          <p:cNvPr id="171420855" name="Footer Placeholder 10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4414676" name="Slide Number Placeholder 1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1974DF9-AD47-4691-BA21-BBFCE3637A9A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1900827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839199" y="980729"/>
            <a:ext cx="2743200" cy="5040559"/>
          </a:xfrm>
        </p:spPr>
        <p:txBody>
          <a:bodyPr vert="eaVert"/>
          <a:lstStyle>
            <a:lvl1pPr>
              <a:defRPr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746617790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09599" y="980727"/>
            <a:ext cx="8026399" cy="5040561"/>
          </a:xfrm>
        </p:spPr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108190145" name="Date Placeholder 9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1E84241-D031-42DE-84E4-CC10C30232F4}" type="datetimeFigureOut">
              <a:rPr/>
              <a:t>26.12.2019</a:t>
            </a:fld>
            <a:endParaRPr/>
          </a:p>
        </p:txBody>
      </p:sp>
      <p:sp>
        <p:nvSpPr>
          <p:cNvPr id="1422512916" name="Footer Placeholder 10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149493" name="Slide Number Placeholder 1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1974DF9-AD47-4691-BA21-BBFCE3637A9A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8270000" name="Rectangle 245"/>
          <p:cNvSpPr/>
          <p:nvPr userDrawn="1"/>
        </p:nvSpPr>
        <p:spPr bwMode="auto">
          <a:xfrm>
            <a:off x="759075" y="-8406"/>
            <a:ext cx="1144579" cy="864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2066280522" name="Rectangle 350"/>
          <p:cNvSpPr/>
          <p:nvPr userDrawn="1"/>
        </p:nvSpPr>
        <p:spPr bwMode="auto">
          <a:xfrm>
            <a:off x="1" y="-5610"/>
            <a:ext cx="765454" cy="86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grpSp>
        <p:nvGrpSpPr>
          <p:cNvPr id="1721263758" name="Group 6"/>
          <p:cNvGrpSpPr/>
          <p:nvPr userDrawn="1"/>
        </p:nvGrpSpPr>
        <p:grpSpPr bwMode="auto">
          <a:xfrm>
            <a:off x="2" y="-8405"/>
            <a:ext cx="12199158" cy="867598"/>
            <a:chOff x="1" y="-11207"/>
            <a:chExt cx="12199158" cy="1156798"/>
          </a:xfrm>
        </p:grpSpPr>
        <p:grpSp>
          <p:nvGrpSpPr>
            <p:cNvPr id="113" name="Group 112"/>
            <p:cNvGrpSpPr/>
            <p:nvPr userDrawn="1"/>
          </p:nvGrpSpPr>
          <p:grpSpPr bwMode="auto">
            <a:xfrm>
              <a:off x="11052937" y="-6409"/>
              <a:ext cx="1146222" cy="1147201"/>
              <a:chOff x="8985289" y="2208431"/>
              <a:chExt cx="1153653" cy="1152000"/>
            </a:xfrm>
          </p:grpSpPr>
          <p:sp>
            <p:nvSpPr>
              <p:cNvPr id="6" name="Rectangle 5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</p:sp>
          <p:grpSp>
            <p:nvGrpSpPr>
              <p:cNvPr id="5" name="Group 4"/>
              <p:cNvGrpSpPr/>
              <p:nvPr userDrawn="1"/>
            </p:nvGrpSpPr>
            <p:grpSpPr bwMode="auto">
              <a:xfrm>
                <a:off x="8985289" y="2208431"/>
                <a:ext cx="1153653" cy="1152000"/>
                <a:chOff x="8985289" y="2208431"/>
                <a:chExt cx="1153653" cy="1152000"/>
              </a:xfrm>
            </p:grpSpPr>
            <p:sp>
              <p:nvSpPr>
                <p:cNvPr id="158" name="Rectangle 157"/>
                <p:cNvSpPr/>
                <p:nvPr userDrawn="1"/>
              </p:nvSpPr>
              <p:spPr bwMode="auto">
                <a:xfrm>
                  <a:off x="8985289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75000"/>
                    <a:alpha val="45000"/>
                  </a:schemeClr>
                </a:solidFill>
                <a:ln>
                  <a:noFill/>
                </a:ln>
              </p:spPr>
            </p:sp>
            <p:sp>
              <p:nvSpPr>
                <p:cNvPr id="159" name="Rectangle 158"/>
                <p:cNvSpPr/>
                <p:nvPr userDrawn="1"/>
              </p:nvSpPr>
              <p:spPr bwMode="auto">
                <a:xfrm>
                  <a:off x="9367467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60000"/>
                  </a:schemeClr>
                </a:solidFill>
                <a:ln>
                  <a:noFill/>
                </a:ln>
              </p:spPr>
            </p:sp>
            <p:sp>
              <p:nvSpPr>
                <p:cNvPr id="160" name="Rectangle 159"/>
                <p:cNvSpPr/>
                <p:nvPr userDrawn="1"/>
              </p:nvSpPr>
              <p:spPr bwMode="auto">
                <a:xfrm>
                  <a:off x="9750410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  <a:alpha val="45000"/>
                  </a:schemeClr>
                </a:solidFill>
                <a:ln>
                  <a:noFill/>
                </a:ln>
              </p:spPr>
            </p:sp>
            <p:sp>
              <p:nvSpPr>
                <p:cNvPr id="161" name="Rectangle 160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22000"/>
                  </a:schemeClr>
                </a:solidFill>
                <a:ln>
                  <a:noFill/>
                </a:ln>
              </p:spPr>
            </p:sp>
            <p:sp>
              <p:nvSpPr>
                <p:cNvPr id="162" name="Rectangle 161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163" name="Rectangle 162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164" name="Rectangle 163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>
                  <a:noFill/>
                </a:ln>
              </p:spPr>
            </p:sp>
            <p:sp>
              <p:nvSpPr>
                <p:cNvPr id="165" name="Rectangle 164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tx2">
                    <a:lumMod val="75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166" name="Rectangle 165"/>
                <p:cNvSpPr/>
                <p:nvPr userDrawn="1"/>
              </p:nvSpPr>
              <p:spPr bwMode="auto">
                <a:xfrm>
                  <a:off x="9753885" y="2976431"/>
                  <a:ext cx="383999" cy="383999"/>
                </a:xfrm>
                <a:prstGeom prst="rect">
                  <a:avLst/>
                </a:prstGeom>
                <a:solidFill>
                  <a:schemeClr val="tx2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191" name="Group 190"/>
            <p:cNvGrpSpPr/>
            <p:nvPr userDrawn="1"/>
          </p:nvGrpSpPr>
          <p:grpSpPr bwMode="auto">
            <a:xfrm>
              <a:off x="9908949" y="-9923"/>
              <a:ext cx="1145630" cy="1152000"/>
              <a:chOff x="8985885" y="2208431"/>
              <a:chExt cx="1153057" cy="1152000"/>
            </a:xfrm>
          </p:grpSpPr>
          <p:sp>
            <p:nvSpPr>
              <p:cNvPr id="192" name="Rectangle 191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</p:sp>
          <p:grpSp>
            <p:nvGrpSpPr>
              <p:cNvPr id="193" name="Group 192"/>
              <p:cNvGrpSpPr/>
              <p:nvPr userDrawn="1"/>
            </p:nvGrpSpPr>
            <p:grpSpPr bwMode="auto">
              <a:xfrm>
                <a:off x="8988763" y="2208431"/>
                <a:ext cx="1150178" cy="1152000"/>
                <a:chOff x="8988763" y="2208431"/>
                <a:chExt cx="1150178" cy="1152000"/>
              </a:xfrm>
            </p:grpSpPr>
            <p:sp>
              <p:nvSpPr>
                <p:cNvPr id="194" name="Rectangle 193"/>
                <p:cNvSpPr/>
                <p:nvPr userDrawn="1"/>
              </p:nvSpPr>
              <p:spPr bwMode="auto">
                <a:xfrm>
                  <a:off x="8989821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  <p:sp>
              <p:nvSpPr>
                <p:cNvPr id="195" name="Rectangle 194"/>
                <p:cNvSpPr/>
                <p:nvPr userDrawn="1"/>
              </p:nvSpPr>
              <p:spPr bwMode="auto">
                <a:xfrm>
                  <a:off x="9371999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40000"/>
                  </a:schemeClr>
                </a:solidFill>
                <a:ln>
                  <a:noFill/>
                </a:ln>
              </p:spPr>
            </p:sp>
            <p:sp>
              <p:nvSpPr>
                <p:cNvPr id="196" name="Rectangle 195"/>
                <p:cNvSpPr/>
                <p:nvPr userDrawn="1"/>
              </p:nvSpPr>
              <p:spPr bwMode="auto">
                <a:xfrm>
                  <a:off x="9754942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  <a:alpha val="30000"/>
                  </a:schemeClr>
                </a:solidFill>
                <a:ln>
                  <a:noFill/>
                </a:ln>
              </p:spPr>
            </p:sp>
            <p:sp>
              <p:nvSpPr>
                <p:cNvPr id="197" name="Rectangle 196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22000"/>
                  </a:schemeClr>
                </a:solidFill>
                <a:ln>
                  <a:noFill/>
                </a:ln>
              </p:spPr>
            </p:sp>
            <p:sp>
              <p:nvSpPr>
                <p:cNvPr id="198" name="Rectangle 197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199" name="Rectangle 198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200" name="Rectangle 199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50000"/>
                    <a:alpha val="20000"/>
                  </a:schemeClr>
                </a:solidFill>
                <a:ln>
                  <a:noFill/>
                </a:ln>
              </p:spPr>
            </p:sp>
            <p:sp>
              <p:nvSpPr>
                <p:cNvPr id="201" name="Rectangle 200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75000"/>
                  </a:schemeClr>
                </a:solidFill>
                <a:ln>
                  <a:noFill/>
                </a:ln>
              </p:spPr>
            </p:sp>
            <p:sp>
              <p:nvSpPr>
                <p:cNvPr id="202" name="Rectangle 201"/>
                <p:cNvSpPr/>
                <p:nvPr userDrawn="1"/>
              </p:nvSpPr>
              <p:spPr bwMode="auto">
                <a:xfrm>
                  <a:off x="9753885" y="2976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203" name="Group 202"/>
            <p:cNvGrpSpPr/>
            <p:nvPr userDrawn="1"/>
          </p:nvGrpSpPr>
          <p:grpSpPr bwMode="auto">
            <a:xfrm>
              <a:off x="8763318" y="-6409"/>
              <a:ext cx="1149082" cy="1152000"/>
              <a:chOff x="8985885" y="2208431"/>
              <a:chExt cx="1156531" cy="1152000"/>
            </a:xfrm>
          </p:grpSpPr>
          <p:sp>
            <p:nvSpPr>
              <p:cNvPr id="204" name="Rectangle 203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</p:sp>
          <p:grpSp>
            <p:nvGrpSpPr>
              <p:cNvPr id="205" name="Group 204"/>
              <p:cNvGrpSpPr/>
              <p:nvPr userDrawn="1"/>
            </p:nvGrpSpPr>
            <p:grpSpPr bwMode="auto">
              <a:xfrm>
                <a:off x="8988763" y="2208431"/>
                <a:ext cx="1153653" cy="1152000"/>
                <a:chOff x="8988763" y="2208431"/>
                <a:chExt cx="1153653" cy="1152000"/>
              </a:xfrm>
            </p:grpSpPr>
            <p:sp>
              <p:nvSpPr>
                <p:cNvPr id="206" name="Rectangle 205"/>
                <p:cNvSpPr/>
                <p:nvPr userDrawn="1"/>
              </p:nvSpPr>
              <p:spPr bwMode="auto">
                <a:xfrm>
                  <a:off x="8989821" y="2592432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ln>
                  <a:noFill/>
                </a:ln>
              </p:spPr>
            </p:sp>
            <p:sp>
              <p:nvSpPr>
                <p:cNvPr id="207" name="Rectangle 206"/>
                <p:cNvSpPr/>
                <p:nvPr userDrawn="1"/>
              </p:nvSpPr>
              <p:spPr bwMode="auto">
                <a:xfrm>
                  <a:off x="9371999" y="2592432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62000"/>
                  </a:schemeClr>
                </a:solidFill>
                <a:ln>
                  <a:noFill/>
                </a:ln>
              </p:spPr>
            </p:sp>
            <p:sp>
              <p:nvSpPr>
                <p:cNvPr id="208" name="Rectangle 207"/>
                <p:cNvSpPr/>
                <p:nvPr userDrawn="1"/>
              </p:nvSpPr>
              <p:spPr bwMode="auto">
                <a:xfrm>
                  <a:off x="9754942" y="2592432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  <a:alpha val="55000"/>
                  </a:schemeClr>
                </a:solidFill>
                <a:ln>
                  <a:noFill/>
                </a:ln>
              </p:spPr>
            </p:sp>
            <p:sp>
              <p:nvSpPr>
                <p:cNvPr id="209" name="Rectangle 208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46000"/>
                  </a:schemeClr>
                </a:solidFill>
                <a:ln>
                  <a:noFill/>
                </a:ln>
              </p:spPr>
            </p:sp>
            <p:sp>
              <p:nvSpPr>
                <p:cNvPr id="210" name="Rectangle 209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60000"/>
                    <a:lumOff val="40000"/>
                    <a:alpha val="30000"/>
                  </a:schemeClr>
                </a:solidFill>
                <a:ln>
                  <a:noFill/>
                </a:ln>
              </p:spPr>
            </p:sp>
            <p:sp>
              <p:nvSpPr>
                <p:cNvPr id="211" name="Rectangle 210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40000"/>
                    <a:lumOff val="60000"/>
                    <a:alpha val="76000"/>
                  </a:schemeClr>
                </a:solidFill>
                <a:ln>
                  <a:noFill/>
                </a:ln>
              </p:spPr>
            </p:sp>
            <p:sp>
              <p:nvSpPr>
                <p:cNvPr id="212" name="Rectangle 211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30000"/>
                  </a:schemeClr>
                </a:solidFill>
                <a:ln>
                  <a:noFill/>
                </a:ln>
              </p:spPr>
            </p:sp>
            <p:sp>
              <p:nvSpPr>
                <p:cNvPr id="213" name="Rectangle 212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214" name="Rectangle 213"/>
                <p:cNvSpPr/>
                <p:nvPr userDrawn="1"/>
              </p:nvSpPr>
              <p:spPr bwMode="auto">
                <a:xfrm>
                  <a:off x="9758417" y="2976431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215" name="Group 214"/>
            <p:cNvGrpSpPr/>
            <p:nvPr userDrawn="1"/>
          </p:nvGrpSpPr>
          <p:grpSpPr bwMode="auto">
            <a:xfrm>
              <a:off x="7621191" y="-9923"/>
              <a:ext cx="1145630" cy="1152000"/>
              <a:chOff x="8985885" y="2208431"/>
              <a:chExt cx="1153057" cy="1152000"/>
            </a:xfrm>
          </p:grpSpPr>
          <p:sp>
            <p:nvSpPr>
              <p:cNvPr id="216" name="Rectangle 215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</p:sp>
          <p:grpSp>
            <p:nvGrpSpPr>
              <p:cNvPr id="217" name="Group 216"/>
              <p:cNvGrpSpPr/>
              <p:nvPr userDrawn="1"/>
            </p:nvGrpSpPr>
            <p:grpSpPr bwMode="auto">
              <a:xfrm>
                <a:off x="8988763" y="2208431"/>
                <a:ext cx="1150178" cy="1152000"/>
                <a:chOff x="8988763" y="2208431"/>
                <a:chExt cx="1150178" cy="1152000"/>
              </a:xfrm>
            </p:grpSpPr>
            <p:sp>
              <p:nvSpPr>
                <p:cNvPr id="218" name="Rectangle 217"/>
                <p:cNvSpPr/>
                <p:nvPr userDrawn="1"/>
              </p:nvSpPr>
              <p:spPr bwMode="auto">
                <a:xfrm>
                  <a:off x="8989821" y="2592432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75000"/>
                    <a:alpha val="76000"/>
                  </a:schemeClr>
                </a:solidFill>
                <a:ln>
                  <a:noFill/>
                </a:ln>
              </p:spPr>
            </p:sp>
            <p:sp>
              <p:nvSpPr>
                <p:cNvPr id="219" name="Rectangle 218"/>
                <p:cNvSpPr/>
                <p:nvPr userDrawn="1"/>
              </p:nvSpPr>
              <p:spPr bwMode="auto">
                <a:xfrm>
                  <a:off x="9371999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38000"/>
                  </a:schemeClr>
                </a:solidFill>
                <a:ln>
                  <a:noFill/>
                </a:ln>
              </p:spPr>
            </p:sp>
            <p:sp>
              <p:nvSpPr>
                <p:cNvPr id="220" name="Rectangle 219"/>
                <p:cNvSpPr/>
                <p:nvPr userDrawn="1"/>
              </p:nvSpPr>
              <p:spPr bwMode="auto">
                <a:xfrm>
                  <a:off x="9754942" y="2592432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75000"/>
                    <a:alpha val="24000"/>
                  </a:schemeClr>
                </a:solidFill>
                <a:ln>
                  <a:noFill/>
                </a:ln>
              </p:spPr>
            </p:sp>
            <p:sp>
              <p:nvSpPr>
                <p:cNvPr id="221" name="Rectangle 220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35000"/>
                  </a:schemeClr>
                </a:solidFill>
                <a:ln>
                  <a:noFill/>
                </a:ln>
              </p:spPr>
            </p:sp>
            <p:sp>
              <p:nvSpPr>
                <p:cNvPr id="222" name="Rectangle 221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223" name="Rectangle 222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224" name="Rectangle 223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  <a:alpha val="25000"/>
                  </a:schemeClr>
                </a:solidFill>
                <a:ln>
                  <a:noFill/>
                </a:ln>
              </p:spPr>
            </p:sp>
            <p:sp>
              <p:nvSpPr>
                <p:cNvPr id="225" name="Rectangle 224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tx2">
                    <a:lumMod val="60000"/>
                    <a:lumOff val="40000"/>
                    <a:alpha val="3999"/>
                  </a:schemeClr>
                </a:solidFill>
                <a:ln>
                  <a:noFill/>
                </a:ln>
              </p:spPr>
            </p:sp>
            <p:sp>
              <p:nvSpPr>
                <p:cNvPr id="226" name="Rectangle 225"/>
                <p:cNvSpPr/>
                <p:nvPr userDrawn="1"/>
              </p:nvSpPr>
              <p:spPr bwMode="auto">
                <a:xfrm>
                  <a:off x="9753885" y="2976431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29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227" name="Group 226"/>
            <p:cNvGrpSpPr/>
            <p:nvPr userDrawn="1"/>
          </p:nvGrpSpPr>
          <p:grpSpPr bwMode="auto">
            <a:xfrm>
              <a:off x="6479777" y="-9923"/>
              <a:ext cx="1145630" cy="1152000"/>
              <a:chOff x="8985885" y="2208431"/>
              <a:chExt cx="1153057" cy="1152000"/>
            </a:xfrm>
          </p:grpSpPr>
          <p:sp>
            <p:nvSpPr>
              <p:cNvPr id="228" name="Rectangle 227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</p:sp>
          <p:grpSp>
            <p:nvGrpSpPr>
              <p:cNvPr id="229" name="Group 228"/>
              <p:cNvGrpSpPr/>
              <p:nvPr userDrawn="1"/>
            </p:nvGrpSpPr>
            <p:grpSpPr bwMode="auto">
              <a:xfrm>
                <a:off x="8988763" y="2208431"/>
                <a:ext cx="1150178" cy="1152000"/>
                <a:chOff x="8988763" y="2208431"/>
                <a:chExt cx="1150178" cy="1152000"/>
              </a:xfrm>
            </p:grpSpPr>
            <p:sp>
              <p:nvSpPr>
                <p:cNvPr id="230" name="Rectangle 229"/>
                <p:cNvSpPr/>
                <p:nvPr userDrawn="1"/>
              </p:nvSpPr>
              <p:spPr bwMode="auto">
                <a:xfrm>
                  <a:off x="8989821" y="2592432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48000"/>
                  </a:schemeClr>
                </a:solidFill>
                <a:ln>
                  <a:noFill/>
                </a:ln>
              </p:spPr>
            </p:sp>
            <p:sp>
              <p:nvSpPr>
                <p:cNvPr id="231" name="Rectangle 230"/>
                <p:cNvSpPr/>
                <p:nvPr userDrawn="1"/>
              </p:nvSpPr>
              <p:spPr bwMode="auto">
                <a:xfrm>
                  <a:off x="9371999" y="2592432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29000"/>
                  </a:schemeClr>
                </a:solidFill>
                <a:ln>
                  <a:noFill/>
                </a:ln>
              </p:spPr>
            </p:sp>
            <p:sp>
              <p:nvSpPr>
                <p:cNvPr id="232" name="Rectangle 231"/>
                <p:cNvSpPr/>
                <p:nvPr userDrawn="1"/>
              </p:nvSpPr>
              <p:spPr bwMode="auto">
                <a:xfrm>
                  <a:off x="9754942" y="2592432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15999"/>
                  </a:schemeClr>
                </a:solidFill>
                <a:ln>
                  <a:noFill/>
                </a:ln>
              </p:spPr>
            </p:sp>
            <p:sp>
              <p:nvSpPr>
                <p:cNvPr id="233" name="Rectangle 232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3999"/>
                  </a:schemeClr>
                </a:solidFill>
                <a:ln>
                  <a:noFill/>
                </a:ln>
              </p:spPr>
            </p:sp>
            <p:sp>
              <p:nvSpPr>
                <p:cNvPr id="234" name="Rectangle 233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23000"/>
                  </a:schemeClr>
                </a:solidFill>
                <a:ln>
                  <a:noFill/>
                </a:ln>
              </p:spPr>
            </p:sp>
            <p:sp>
              <p:nvSpPr>
                <p:cNvPr id="235" name="Rectangle 234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20000"/>
                    <a:lumOff val="80000"/>
                    <a:alpha val="26999"/>
                  </a:schemeClr>
                </a:solidFill>
                <a:ln>
                  <a:noFill/>
                </a:ln>
              </p:spPr>
            </p:sp>
            <p:sp>
              <p:nvSpPr>
                <p:cNvPr id="236" name="Rectangle 235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65000"/>
                  </a:schemeClr>
                </a:solidFill>
                <a:ln>
                  <a:noFill/>
                </a:ln>
              </p:spPr>
            </p:sp>
            <p:sp>
              <p:nvSpPr>
                <p:cNvPr id="237" name="Rectangle 236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238" name="Rectangle 237"/>
                <p:cNvSpPr/>
                <p:nvPr userDrawn="1"/>
              </p:nvSpPr>
              <p:spPr bwMode="auto">
                <a:xfrm>
                  <a:off x="9753885" y="2976431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57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241" name="Group 240"/>
            <p:cNvGrpSpPr/>
            <p:nvPr userDrawn="1"/>
          </p:nvGrpSpPr>
          <p:grpSpPr bwMode="auto">
            <a:xfrm>
              <a:off x="5332234" y="-7693"/>
              <a:ext cx="1146222" cy="1152000"/>
              <a:chOff x="8985289" y="2208431"/>
              <a:chExt cx="1153653" cy="1152000"/>
            </a:xfrm>
          </p:grpSpPr>
          <p:sp>
            <p:nvSpPr>
              <p:cNvPr id="290" name="Rectangle 289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</p:sp>
          <p:grpSp>
            <p:nvGrpSpPr>
              <p:cNvPr id="291" name="Group 290"/>
              <p:cNvGrpSpPr/>
              <p:nvPr userDrawn="1"/>
            </p:nvGrpSpPr>
            <p:grpSpPr bwMode="auto">
              <a:xfrm>
                <a:off x="8985289" y="2208431"/>
                <a:ext cx="1153653" cy="1152000"/>
                <a:chOff x="8985289" y="2208431"/>
                <a:chExt cx="1153653" cy="1152000"/>
              </a:xfrm>
            </p:grpSpPr>
            <p:sp>
              <p:nvSpPr>
                <p:cNvPr id="292" name="Rectangle 291"/>
                <p:cNvSpPr/>
                <p:nvPr userDrawn="1"/>
              </p:nvSpPr>
              <p:spPr bwMode="auto">
                <a:xfrm>
                  <a:off x="8985289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75000"/>
                    <a:alpha val="45000"/>
                  </a:schemeClr>
                </a:solidFill>
                <a:ln>
                  <a:noFill/>
                </a:ln>
              </p:spPr>
            </p:sp>
            <p:sp>
              <p:nvSpPr>
                <p:cNvPr id="293" name="Rectangle 292"/>
                <p:cNvSpPr/>
                <p:nvPr userDrawn="1"/>
              </p:nvSpPr>
              <p:spPr bwMode="auto">
                <a:xfrm>
                  <a:off x="9367467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60000"/>
                  </a:schemeClr>
                </a:solidFill>
                <a:ln>
                  <a:noFill/>
                </a:ln>
              </p:spPr>
            </p:sp>
            <p:sp>
              <p:nvSpPr>
                <p:cNvPr id="294" name="Rectangle 293"/>
                <p:cNvSpPr/>
                <p:nvPr userDrawn="1"/>
              </p:nvSpPr>
              <p:spPr bwMode="auto">
                <a:xfrm>
                  <a:off x="9750410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  <a:alpha val="45000"/>
                  </a:schemeClr>
                </a:solidFill>
                <a:ln>
                  <a:noFill/>
                </a:ln>
              </p:spPr>
            </p:sp>
            <p:sp>
              <p:nvSpPr>
                <p:cNvPr id="295" name="Rectangle 294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22000"/>
                  </a:schemeClr>
                </a:solidFill>
                <a:ln>
                  <a:noFill/>
                </a:ln>
              </p:spPr>
            </p:sp>
            <p:sp>
              <p:nvSpPr>
                <p:cNvPr id="296" name="Rectangle 295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297" name="Rectangle 296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298" name="Rectangle 297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75000"/>
                  </a:schemeClr>
                </a:solidFill>
                <a:ln>
                  <a:noFill/>
                </a:ln>
              </p:spPr>
            </p:sp>
            <p:sp>
              <p:nvSpPr>
                <p:cNvPr id="299" name="Rectangle 298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tx2">
                    <a:lumMod val="75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300" name="Rectangle 299"/>
                <p:cNvSpPr/>
                <p:nvPr userDrawn="1"/>
              </p:nvSpPr>
              <p:spPr bwMode="auto">
                <a:xfrm>
                  <a:off x="9753885" y="2976431"/>
                  <a:ext cx="383999" cy="383999"/>
                </a:xfrm>
                <a:prstGeom prst="rect">
                  <a:avLst/>
                </a:prstGeom>
                <a:solidFill>
                  <a:schemeClr val="tx2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242" name="Group 241"/>
            <p:cNvGrpSpPr/>
            <p:nvPr userDrawn="1"/>
          </p:nvGrpSpPr>
          <p:grpSpPr bwMode="auto">
            <a:xfrm>
              <a:off x="4188246" y="-11207"/>
              <a:ext cx="1145630" cy="1152000"/>
              <a:chOff x="8985885" y="2208431"/>
              <a:chExt cx="1153057" cy="1152000"/>
            </a:xfrm>
          </p:grpSpPr>
          <p:sp>
            <p:nvSpPr>
              <p:cNvPr id="279" name="Rectangle 278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</p:sp>
          <p:grpSp>
            <p:nvGrpSpPr>
              <p:cNvPr id="280" name="Group 279"/>
              <p:cNvGrpSpPr/>
              <p:nvPr userDrawn="1"/>
            </p:nvGrpSpPr>
            <p:grpSpPr bwMode="auto">
              <a:xfrm>
                <a:off x="8988763" y="2208431"/>
                <a:ext cx="1150178" cy="1152000"/>
                <a:chOff x="8988763" y="2208431"/>
                <a:chExt cx="1150178" cy="1152000"/>
              </a:xfrm>
            </p:grpSpPr>
            <p:sp>
              <p:nvSpPr>
                <p:cNvPr id="281" name="Rectangle 280"/>
                <p:cNvSpPr/>
                <p:nvPr userDrawn="1"/>
              </p:nvSpPr>
              <p:spPr bwMode="auto">
                <a:xfrm>
                  <a:off x="8989821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  <p:sp>
              <p:nvSpPr>
                <p:cNvPr id="282" name="Rectangle 281"/>
                <p:cNvSpPr/>
                <p:nvPr userDrawn="1"/>
              </p:nvSpPr>
              <p:spPr bwMode="auto">
                <a:xfrm>
                  <a:off x="9371999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40000"/>
                  </a:schemeClr>
                </a:solidFill>
                <a:ln>
                  <a:noFill/>
                </a:ln>
              </p:spPr>
            </p:sp>
            <p:sp>
              <p:nvSpPr>
                <p:cNvPr id="283" name="Rectangle 282"/>
                <p:cNvSpPr/>
                <p:nvPr userDrawn="1"/>
              </p:nvSpPr>
              <p:spPr bwMode="auto">
                <a:xfrm>
                  <a:off x="9754942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60000"/>
                    <a:lumOff val="40000"/>
                    <a:alpha val="30000"/>
                  </a:schemeClr>
                </a:solidFill>
                <a:ln>
                  <a:noFill/>
                </a:ln>
              </p:spPr>
            </p:sp>
            <p:sp>
              <p:nvSpPr>
                <p:cNvPr id="284" name="Rectangle 283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22000"/>
                  </a:schemeClr>
                </a:solidFill>
                <a:ln>
                  <a:noFill/>
                </a:ln>
              </p:spPr>
            </p:sp>
            <p:sp>
              <p:nvSpPr>
                <p:cNvPr id="285" name="Rectangle 284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286" name="Rectangle 285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20000"/>
                    <a:lumOff val="80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287" name="Rectangle 286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50000"/>
                    <a:alpha val="20000"/>
                  </a:schemeClr>
                </a:solidFill>
                <a:ln>
                  <a:noFill/>
                </a:ln>
              </p:spPr>
            </p:sp>
            <p:sp>
              <p:nvSpPr>
                <p:cNvPr id="288" name="Rectangle 287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75000"/>
                  </a:schemeClr>
                </a:solidFill>
                <a:ln>
                  <a:noFill/>
                </a:ln>
              </p:spPr>
            </p:sp>
            <p:sp>
              <p:nvSpPr>
                <p:cNvPr id="289" name="Rectangle 288"/>
                <p:cNvSpPr/>
                <p:nvPr userDrawn="1"/>
              </p:nvSpPr>
              <p:spPr bwMode="auto">
                <a:xfrm>
                  <a:off x="9753885" y="2976431"/>
                  <a:ext cx="383999" cy="383999"/>
                </a:xfrm>
                <a:prstGeom prst="rect">
                  <a:avLst/>
                </a:prstGeom>
                <a:solidFill>
                  <a:schemeClr val="accent3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243" name="Group 242"/>
            <p:cNvGrpSpPr/>
            <p:nvPr userDrawn="1"/>
          </p:nvGrpSpPr>
          <p:grpSpPr bwMode="auto">
            <a:xfrm>
              <a:off x="3042615" y="-7693"/>
              <a:ext cx="1149082" cy="1152000"/>
              <a:chOff x="8985885" y="2208431"/>
              <a:chExt cx="1156531" cy="1152000"/>
            </a:xfrm>
          </p:grpSpPr>
          <p:sp>
            <p:nvSpPr>
              <p:cNvPr id="268" name="Rectangle 267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</p:sp>
          <p:grpSp>
            <p:nvGrpSpPr>
              <p:cNvPr id="269" name="Group 268"/>
              <p:cNvGrpSpPr/>
              <p:nvPr userDrawn="1"/>
            </p:nvGrpSpPr>
            <p:grpSpPr bwMode="auto">
              <a:xfrm>
                <a:off x="8988763" y="2208431"/>
                <a:ext cx="1153653" cy="1152000"/>
                <a:chOff x="8988763" y="2208431"/>
                <a:chExt cx="1153653" cy="1152000"/>
              </a:xfrm>
            </p:grpSpPr>
            <p:sp>
              <p:nvSpPr>
                <p:cNvPr id="270" name="Rectangle 269"/>
                <p:cNvSpPr/>
                <p:nvPr userDrawn="1"/>
              </p:nvSpPr>
              <p:spPr bwMode="auto">
                <a:xfrm>
                  <a:off x="8989821" y="2592432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ln>
                  <a:noFill/>
                </a:ln>
              </p:spPr>
            </p:sp>
            <p:sp>
              <p:nvSpPr>
                <p:cNvPr id="271" name="Rectangle 270"/>
                <p:cNvSpPr/>
                <p:nvPr userDrawn="1"/>
              </p:nvSpPr>
              <p:spPr bwMode="auto">
                <a:xfrm>
                  <a:off x="9371999" y="2592432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  <a:alpha val="62000"/>
                  </a:schemeClr>
                </a:solidFill>
                <a:ln>
                  <a:noFill/>
                </a:ln>
              </p:spPr>
            </p:sp>
            <p:sp>
              <p:nvSpPr>
                <p:cNvPr id="272" name="Rectangle 271"/>
                <p:cNvSpPr/>
                <p:nvPr userDrawn="1"/>
              </p:nvSpPr>
              <p:spPr bwMode="auto">
                <a:xfrm>
                  <a:off x="9754942" y="2592432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60000"/>
                    <a:lumOff val="40000"/>
                    <a:alpha val="55000"/>
                  </a:schemeClr>
                </a:solidFill>
                <a:ln>
                  <a:noFill/>
                </a:ln>
              </p:spPr>
            </p:sp>
            <p:sp>
              <p:nvSpPr>
                <p:cNvPr id="273" name="Rectangle 272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75000"/>
                    <a:alpha val="46000"/>
                  </a:schemeClr>
                </a:solidFill>
                <a:ln>
                  <a:noFill/>
                </a:ln>
              </p:spPr>
            </p:sp>
            <p:sp>
              <p:nvSpPr>
                <p:cNvPr id="274" name="Rectangle 273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60000"/>
                    <a:lumOff val="40000"/>
                    <a:alpha val="30000"/>
                  </a:schemeClr>
                </a:solidFill>
                <a:ln>
                  <a:noFill/>
                </a:ln>
              </p:spPr>
            </p:sp>
            <p:sp>
              <p:nvSpPr>
                <p:cNvPr id="275" name="Rectangle 274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2">
                    <a:lumMod val="40000"/>
                    <a:lumOff val="60000"/>
                    <a:alpha val="76000"/>
                  </a:schemeClr>
                </a:solidFill>
                <a:ln>
                  <a:noFill/>
                </a:ln>
              </p:spPr>
            </p:sp>
            <p:sp>
              <p:nvSpPr>
                <p:cNvPr id="276" name="Rectangle 275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30000"/>
                  </a:schemeClr>
                </a:solidFill>
                <a:ln>
                  <a:noFill/>
                </a:ln>
              </p:spPr>
            </p:sp>
            <p:sp>
              <p:nvSpPr>
                <p:cNvPr id="277" name="Rectangle 276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278" name="Rectangle 277"/>
                <p:cNvSpPr/>
                <p:nvPr userDrawn="1"/>
              </p:nvSpPr>
              <p:spPr bwMode="auto">
                <a:xfrm>
                  <a:off x="9758417" y="2976431"/>
                  <a:ext cx="383999" cy="383999"/>
                </a:xfrm>
                <a:prstGeom prst="rect">
                  <a:avLst/>
                </a:prstGeom>
                <a:solidFill>
                  <a:schemeClr val="accent6">
                    <a:lumMod val="75000"/>
                    <a:alpha val="20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244" name="Group 243"/>
            <p:cNvGrpSpPr/>
            <p:nvPr userDrawn="1"/>
          </p:nvGrpSpPr>
          <p:grpSpPr bwMode="auto">
            <a:xfrm>
              <a:off x="1900489" y="-11207"/>
              <a:ext cx="1145630" cy="1152000"/>
              <a:chOff x="8985885" y="2208431"/>
              <a:chExt cx="1153057" cy="1152000"/>
            </a:xfrm>
          </p:grpSpPr>
          <p:sp>
            <p:nvSpPr>
              <p:cNvPr id="257" name="Rectangle 256"/>
              <p:cNvSpPr/>
              <p:nvPr userDrawn="1"/>
            </p:nvSpPr>
            <p:spPr bwMode="auto">
              <a:xfrm>
                <a:off x="8985885" y="2208431"/>
                <a:ext cx="1152000" cy="11520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</p:sp>
          <p:grpSp>
            <p:nvGrpSpPr>
              <p:cNvPr id="258" name="Group 257"/>
              <p:cNvGrpSpPr/>
              <p:nvPr userDrawn="1"/>
            </p:nvGrpSpPr>
            <p:grpSpPr bwMode="auto">
              <a:xfrm>
                <a:off x="8988763" y="2208431"/>
                <a:ext cx="1150178" cy="1152000"/>
                <a:chOff x="8988763" y="2208431"/>
                <a:chExt cx="1150178" cy="1152000"/>
              </a:xfrm>
            </p:grpSpPr>
            <p:sp>
              <p:nvSpPr>
                <p:cNvPr id="259" name="Rectangle 258"/>
                <p:cNvSpPr/>
                <p:nvPr userDrawn="1"/>
              </p:nvSpPr>
              <p:spPr bwMode="auto">
                <a:xfrm>
                  <a:off x="8989821" y="2592432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75000"/>
                    <a:alpha val="76000"/>
                  </a:schemeClr>
                </a:solidFill>
                <a:ln>
                  <a:noFill/>
                </a:ln>
              </p:spPr>
            </p:sp>
            <p:sp>
              <p:nvSpPr>
                <p:cNvPr id="260" name="Rectangle 259"/>
                <p:cNvSpPr/>
                <p:nvPr userDrawn="1"/>
              </p:nvSpPr>
              <p:spPr bwMode="auto">
                <a:xfrm>
                  <a:off x="9371999" y="2592432"/>
                  <a:ext cx="383999" cy="38399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  <a:alpha val="38000"/>
                  </a:schemeClr>
                </a:solidFill>
                <a:ln>
                  <a:noFill/>
                </a:ln>
              </p:spPr>
            </p:sp>
            <p:sp>
              <p:nvSpPr>
                <p:cNvPr id="261" name="Rectangle 260"/>
                <p:cNvSpPr/>
                <p:nvPr userDrawn="1"/>
              </p:nvSpPr>
              <p:spPr bwMode="auto">
                <a:xfrm>
                  <a:off x="9754942" y="2592432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75000"/>
                    <a:alpha val="24000"/>
                  </a:schemeClr>
                </a:solidFill>
                <a:ln>
                  <a:noFill/>
                </a:ln>
              </p:spPr>
            </p:sp>
            <p:sp>
              <p:nvSpPr>
                <p:cNvPr id="262" name="Rectangle 261"/>
                <p:cNvSpPr/>
                <p:nvPr userDrawn="1"/>
              </p:nvSpPr>
              <p:spPr bwMode="auto">
                <a:xfrm>
                  <a:off x="8989821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35000"/>
                  </a:schemeClr>
                </a:solidFill>
                <a:ln>
                  <a:noFill/>
                </a:ln>
              </p:spPr>
            </p:sp>
            <p:sp>
              <p:nvSpPr>
                <p:cNvPr id="263" name="Rectangle 262"/>
                <p:cNvSpPr/>
                <p:nvPr userDrawn="1"/>
              </p:nvSpPr>
              <p:spPr bwMode="auto">
                <a:xfrm>
                  <a:off x="9371999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0"/>
                  </a:schemeClr>
                </a:solidFill>
                <a:ln>
                  <a:noFill/>
                </a:ln>
              </p:spPr>
            </p:sp>
            <p:sp>
              <p:nvSpPr>
                <p:cNvPr id="264" name="Rectangle 263"/>
                <p:cNvSpPr/>
                <p:nvPr userDrawn="1"/>
              </p:nvSpPr>
              <p:spPr bwMode="auto">
                <a:xfrm>
                  <a:off x="9754942" y="2208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60000"/>
                    <a:lumOff val="40000"/>
                    <a:alpha val="50000"/>
                  </a:schemeClr>
                </a:solidFill>
                <a:ln>
                  <a:noFill/>
                </a:ln>
              </p:spPr>
            </p:sp>
            <p:sp>
              <p:nvSpPr>
                <p:cNvPr id="265" name="Rectangle 264"/>
                <p:cNvSpPr/>
                <p:nvPr userDrawn="1"/>
              </p:nvSpPr>
              <p:spPr bwMode="auto">
                <a:xfrm>
                  <a:off x="8988763" y="2976431"/>
                  <a:ext cx="383999" cy="383999"/>
                </a:xfrm>
                <a:prstGeom prst="rect">
                  <a:avLst/>
                </a:prstGeom>
                <a:solidFill>
                  <a:schemeClr val="accent1">
                    <a:lumMod val="40000"/>
                    <a:lumOff val="60000"/>
                    <a:alpha val="25000"/>
                  </a:schemeClr>
                </a:solidFill>
                <a:ln>
                  <a:noFill/>
                </a:ln>
              </p:spPr>
            </p:sp>
            <p:sp>
              <p:nvSpPr>
                <p:cNvPr id="266" name="Rectangle 265"/>
                <p:cNvSpPr/>
                <p:nvPr userDrawn="1"/>
              </p:nvSpPr>
              <p:spPr bwMode="auto">
                <a:xfrm>
                  <a:off x="9370942" y="2976431"/>
                  <a:ext cx="383999" cy="383999"/>
                </a:xfrm>
                <a:prstGeom prst="rect">
                  <a:avLst/>
                </a:prstGeom>
                <a:solidFill>
                  <a:schemeClr val="tx2">
                    <a:lumMod val="60000"/>
                    <a:lumOff val="40000"/>
                    <a:alpha val="3999"/>
                  </a:schemeClr>
                </a:solidFill>
                <a:ln>
                  <a:noFill/>
                </a:ln>
              </p:spPr>
            </p:sp>
            <p:sp>
              <p:nvSpPr>
                <p:cNvPr id="267" name="Rectangle 266"/>
                <p:cNvSpPr/>
                <p:nvPr userDrawn="1"/>
              </p:nvSpPr>
              <p:spPr bwMode="auto">
                <a:xfrm>
                  <a:off x="9753885" y="2976431"/>
                  <a:ext cx="383999" cy="383999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  <a:alpha val="29000"/>
                  </a:schemeClr>
                </a:solidFill>
                <a:ln>
                  <a:noFill/>
                </a:ln>
              </p:spPr>
            </p:sp>
          </p:grpSp>
        </p:grpSp>
        <p:grpSp>
          <p:nvGrpSpPr>
            <p:cNvPr id="4" name="Group 3"/>
            <p:cNvGrpSpPr/>
            <p:nvPr userDrawn="1"/>
          </p:nvGrpSpPr>
          <p:grpSpPr bwMode="auto">
            <a:xfrm>
              <a:off x="762985" y="-11207"/>
              <a:ext cx="1141719" cy="1156798"/>
              <a:chOff x="762985" y="-11207"/>
              <a:chExt cx="1141719" cy="1156798"/>
            </a:xfrm>
          </p:grpSpPr>
          <p:sp>
            <p:nvSpPr>
              <p:cNvPr id="248" name="Rectangle 247"/>
              <p:cNvSpPr/>
              <p:nvPr userDrawn="1"/>
            </p:nvSpPr>
            <p:spPr bwMode="auto">
              <a:xfrm>
                <a:off x="762985" y="372791"/>
                <a:ext cx="381526" cy="38399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  <a:alpha val="48000"/>
                </a:schemeClr>
              </a:solidFill>
              <a:ln>
                <a:noFill/>
              </a:ln>
            </p:spPr>
          </p:sp>
          <p:sp>
            <p:nvSpPr>
              <p:cNvPr id="249" name="Rectangle 248"/>
              <p:cNvSpPr/>
              <p:nvPr userDrawn="1"/>
            </p:nvSpPr>
            <p:spPr bwMode="auto">
              <a:xfrm>
                <a:off x="1142702" y="372791"/>
                <a:ext cx="381526" cy="38399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  <a:alpha val="29000"/>
                </a:schemeClr>
              </a:solidFill>
              <a:ln>
                <a:noFill/>
              </a:ln>
            </p:spPr>
          </p:sp>
          <p:sp>
            <p:nvSpPr>
              <p:cNvPr id="250" name="Rectangle 249"/>
              <p:cNvSpPr/>
              <p:nvPr userDrawn="1"/>
            </p:nvSpPr>
            <p:spPr bwMode="auto">
              <a:xfrm>
                <a:off x="1523178" y="372791"/>
                <a:ext cx="381526" cy="383999"/>
              </a:xfrm>
              <a:prstGeom prst="rect">
                <a:avLst/>
              </a:prstGeom>
              <a:solidFill>
                <a:schemeClr val="accent2">
                  <a:lumMod val="75000"/>
                  <a:alpha val="15999"/>
                </a:schemeClr>
              </a:solidFill>
              <a:ln>
                <a:noFill/>
              </a:ln>
            </p:spPr>
          </p:sp>
          <p:sp>
            <p:nvSpPr>
              <p:cNvPr id="251" name="Rectangle 250"/>
              <p:cNvSpPr/>
              <p:nvPr userDrawn="1"/>
            </p:nvSpPr>
            <p:spPr bwMode="auto">
              <a:xfrm>
                <a:off x="762985" y="-11207"/>
                <a:ext cx="381526" cy="383999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  <a:alpha val="3999"/>
                </a:schemeClr>
              </a:solidFill>
              <a:ln>
                <a:noFill/>
              </a:ln>
            </p:spPr>
          </p:sp>
          <p:sp>
            <p:nvSpPr>
              <p:cNvPr id="252" name="Rectangle 251"/>
              <p:cNvSpPr/>
              <p:nvPr userDrawn="1"/>
            </p:nvSpPr>
            <p:spPr bwMode="auto">
              <a:xfrm>
                <a:off x="1142702" y="-11207"/>
                <a:ext cx="381526" cy="383999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  <a:alpha val="23000"/>
                </a:schemeClr>
              </a:solidFill>
              <a:ln>
                <a:noFill/>
              </a:ln>
            </p:spPr>
          </p:sp>
          <p:sp>
            <p:nvSpPr>
              <p:cNvPr id="253" name="Rectangle 252"/>
              <p:cNvSpPr/>
              <p:nvPr userDrawn="1"/>
            </p:nvSpPr>
            <p:spPr bwMode="auto">
              <a:xfrm>
                <a:off x="1523178" y="-11207"/>
                <a:ext cx="381526" cy="38399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  <a:alpha val="26999"/>
                </a:schemeClr>
              </a:solidFill>
              <a:ln>
                <a:noFill/>
              </a:ln>
            </p:spPr>
          </p:sp>
          <p:sp>
            <p:nvSpPr>
              <p:cNvPr id="254" name="Rectangle 253"/>
              <p:cNvSpPr/>
              <p:nvPr userDrawn="1"/>
            </p:nvSpPr>
            <p:spPr bwMode="auto">
              <a:xfrm>
                <a:off x="765835" y="761590"/>
                <a:ext cx="381526" cy="383999"/>
              </a:xfrm>
              <a:prstGeom prst="rect">
                <a:avLst/>
              </a:prstGeom>
              <a:solidFill>
                <a:schemeClr val="accent2">
                  <a:lumMod val="75000"/>
                  <a:alpha val="65000"/>
                </a:schemeClr>
              </a:solidFill>
              <a:ln>
                <a:noFill/>
              </a:ln>
            </p:spPr>
          </p:sp>
          <p:sp>
            <p:nvSpPr>
              <p:cNvPr id="255" name="Rectangle 254"/>
              <p:cNvSpPr/>
              <p:nvPr userDrawn="1"/>
            </p:nvSpPr>
            <p:spPr bwMode="auto">
              <a:xfrm>
                <a:off x="1141651" y="756792"/>
                <a:ext cx="381526" cy="383999"/>
              </a:xfrm>
              <a:prstGeom prst="rect">
                <a:avLst/>
              </a:prstGeom>
              <a:solidFill>
                <a:schemeClr val="accent2">
                  <a:alpha val="0"/>
                </a:schemeClr>
              </a:solidFill>
              <a:ln>
                <a:noFill/>
              </a:ln>
            </p:spPr>
          </p:sp>
          <p:sp>
            <p:nvSpPr>
              <p:cNvPr id="256" name="Rectangle 255"/>
              <p:cNvSpPr/>
              <p:nvPr userDrawn="1"/>
            </p:nvSpPr>
            <p:spPr bwMode="auto">
              <a:xfrm>
                <a:off x="1522127" y="756792"/>
                <a:ext cx="381526" cy="383999"/>
              </a:xfrm>
              <a:prstGeom prst="rect">
                <a:avLst/>
              </a:prstGeom>
              <a:solidFill>
                <a:schemeClr val="accent6">
                  <a:lumMod val="75000"/>
                  <a:alpha val="57000"/>
                </a:schemeClr>
              </a:solidFill>
              <a:ln>
                <a:noFill/>
              </a:ln>
            </p:spPr>
          </p:sp>
        </p:grpSp>
        <p:grpSp>
          <p:nvGrpSpPr>
            <p:cNvPr id="352" name="Group 351"/>
            <p:cNvGrpSpPr/>
            <p:nvPr userDrawn="1"/>
          </p:nvGrpSpPr>
          <p:grpSpPr bwMode="auto">
            <a:xfrm>
              <a:off x="1" y="-7479"/>
              <a:ext cx="766505" cy="1148271"/>
              <a:chOff x="9367467" y="2208431"/>
              <a:chExt cx="771474" cy="1152000"/>
            </a:xfrm>
          </p:grpSpPr>
          <p:sp>
            <p:nvSpPr>
              <p:cNvPr id="354" name="Rectangle 353"/>
              <p:cNvSpPr/>
              <p:nvPr userDrawn="1"/>
            </p:nvSpPr>
            <p:spPr bwMode="auto">
              <a:xfrm>
                <a:off x="9367467" y="2592432"/>
                <a:ext cx="383999" cy="383999"/>
              </a:xfrm>
              <a:prstGeom prst="rect">
                <a:avLst/>
              </a:prstGeom>
              <a:solidFill>
                <a:schemeClr val="accent5">
                  <a:lumMod val="40000"/>
                  <a:lumOff val="60000"/>
                  <a:alpha val="60000"/>
                </a:schemeClr>
              </a:solidFill>
              <a:ln>
                <a:noFill/>
              </a:ln>
            </p:spPr>
          </p:sp>
          <p:sp>
            <p:nvSpPr>
              <p:cNvPr id="355" name="Rectangle 354"/>
              <p:cNvSpPr/>
              <p:nvPr userDrawn="1"/>
            </p:nvSpPr>
            <p:spPr bwMode="auto">
              <a:xfrm>
                <a:off x="9750410" y="2592432"/>
                <a:ext cx="383999" cy="383999"/>
              </a:xfrm>
              <a:prstGeom prst="rect">
                <a:avLst/>
              </a:prstGeom>
              <a:solidFill>
                <a:schemeClr val="accent5">
                  <a:lumMod val="60000"/>
                  <a:lumOff val="40000"/>
                  <a:alpha val="45000"/>
                </a:schemeClr>
              </a:solidFill>
              <a:ln>
                <a:noFill/>
              </a:ln>
            </p:spPr>
          </p:sp>
          <p:sp>
            <p:nvSpPr>
              <p:cNvPr id="357" name="Rectangle 356"/>
              <p:cNvSpPr/>
              <p:nvPr userDrawn="1"/>
            </p:nvSpPr>
            <p:spPr bwMode="auto">
              <a:xfrm>
                <a:off x="9371999" y="2208431"/>
                <a:ext cx="383999" cy="383999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  <a:alpha val="0"/>
                </a:schemeClr>
              </a:solidFill>
              <a:ln>
                <a:noFill/>
              </a:ln>
            </p:spPr>
          </p:sp>
          <p:sp>
            <p:nvSpPr>
              <p:cNvPr id="358" name="Rectangle 357"/>
              <p:cNvSpPr/>
              <p:nvPr userDrawn="1"/>
            </p:nvSpPr>
            <p:spPr bwMode="auto">
              <a:xfrm>
                <a:off x="9754942" y="2208431"/>
                <a:ext cx="383999" cy="383999"/>
              </a:xfrm>
              <a:prstGeom prst="rect">
                <a:avLst/>
              </a:prstGeom>
              <a:solidFill>
                <a:schemeClr val="accent1">
                  <a:lumMod val="60000"/>
                  <a:lumOff val="40000"/>
                  <a:alpha val="50000"/>
                </a:schemeClr>
              </a:solidFill>
              <a:ln>
                <a:noFill/>
              </a:ln>
            </p:spPr>
          </p:sp>
          <p:sp>
            <p:nvSpPr>
              <p:cNvPr id="360" name="Rectangle 359"/>
              <p:cNvSpPr/>
              <p:nvPr userDrawn="1"/>
            </p:nvSpPr>
            <p:spPr bwMode="auto">
              <a:xfrm>
                <a:off x="9370942" y="2976431"/>
                <a:ext cx="383999" cy="383999"/>
              </a:xfrm>
              <a:prstGeom prst="rect">
                <a:avLst/>
              </a:prstGeom>
              <a:solidFill>
                <a:schemeClr val="tx2">
                  <a:lumMod val="75000"/>
                  <a:alpha val="0"/>
                </a:schemeClr>
              </a:solidFill>
              <a:ln>
                <a:noFill/>
              </a:ln>
            </p:spPr>
          </p:sp>
          <p:sp>
            <p:nvSpPr>
              <p:cNvPr id="361" name="Rectangle 360"/>
              <p:cNvSpPr/>
              <p:nvPr userDrawn="1"/>
            </p:nvSpPr>
            <p:spPr bwMode="auto">
              <a:xfrm>
                <a:off x="9753885" y="2976431"/>
                <a:ext cx="383999" cy="383999"/>
              </a:xfrm>
              <a:prstGeom prst="rect">
                <a:avLst/>
              </a:prstGeom>
              <a:solidFill>
                <a:schemeClr val="tx2">
                  <a:lumMod val="75000"/>
                  <a:alpha val="20000"/>
                </a:schemeClr>
              </a:solidFill>
              <a:ln>
                <a:noFill/>
              </a:ln>
            </p:spPr>
          </p:sp>
        </p:grpSp>
      </p:grpSp>
      <p:sp>
        <p:nvSpPr>
          <p:cNvPr id="1761479099" name="Rectangle 482"/>
          <p:cNvSpPr/>
          <p:nvPr userDrawn="1"/>
        </p:nvSpPr>
        <p:spPr bwMode="auto">
          <a:xfrm>
            <a:off x="11049447" y="6600570"/>
            <a:ext cx="1144157" cy="25507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335937751" name="Rectangle 487"/>
          <p:cNvSpPr/>
          <p:nvPr userDrawn="1"/>
        </p:nvSpPr>
        <p:spPr bwMode="auto">
          <a:xfrm>
            <a:off x="11053358" y="6594997"/>
            <a:ext cx="381385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22000"/>
            </a:schemeClr>
          </a:solidFill>
          <a:ln>
            <a:noFill/>
          </a:ln>
        </p:spPr>
      </p:sp>
      <p:sp>
        <p:nvSpPr>
          <p:cNvPr id="15755842" name="Rectangle 488"/>
          <p:cNvSpPr/>
          <p:nvPr userDrawn="1"/>
        </p:nvSpPr>
        <p:spPr bwMode="auto">
          <a:xfrm>
            <a:off x="11432935" y="6600570"/>
            <a:ext cx="381385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0"/>
            </a:schemeClr>
          </a:solidFill>
          <a:ln>
            <a:noFill/>
          </a:ln>
        </p:spPr>
      </p:sp>
      <p:sp>
        <p:nvSpPr>
          <p:cNvPr id="983007488" name="Rectangle 489"/>
          <p:cNvSpPr/>
          <p:nvPr userDrawn="1"/>
        </p:nvSpPr>
        <p:spPr bwMode="auto">
          <a:xfrm>
            <a:off x="11813271" y="6600570"/>
            <a:ext cx="381385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50000"/>
            </a:schemeClr>
          </a:solidFill>
          <a:ln>
            <a:noFill/>
          </a:ln>
        </p:spPr>
      </p:sp>
      <p:sp>
        <p:nvSpPr>
          <p:cNvPr id="1552641305" name="Rectangle 471"/>
          <p:cNvSpPr/>
          <p:nvPr userDrawn="1"/>
        </p:nvSpPr>
        <p:spPr bwMode="auto">
          <a:xfrm>
            <a:off x="9905290" y="6598214"/>
            <a:ext cx="1144157" cy="25507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</p:sp>
      <p:sp>
        <p:nvSpPr>
          <p:cNvPr id="1850499288" name="Rectangle 476"/>
          <p:cNvSpPr/>
          <p:nvPr userDrawn="1"/>
        </p:nvSpPr>
        <p:spPr bwMode="auto">
          <a:xfrm>
            <a:off x="9909199" y="6598214"/>
            <a:ext cx="381385" cy="257430"/>
          </a:xfrm>
          <a:prstGeom prst="rect">
            <a:avLst/>
          </a:prstGeom>
          <a:solidFill>
            <a:schemeClr val="accent3">
              <a:lumMod val="20000"/>
              <a:lumOff val="80000"/>
              <a:alpha val="22000"/>
            </a:schemeClr>
          </a:solidFill>
          <a:ln>
            <a:noFill/>
          </a:ln>
        </p:spPr>
      </p:sp>
      <p:sp>
        <p:nvSpPr>
          <p:cNvPr id="2147312211" name="Rectangle 477"/>
          <p:cNvSpPr/>
          <p:nvPr userDrawn="1"/>
        </p:nvSpPr>
        <p:spPr bwMode="auto">
          <a:xfrm>
            <a:off x="10289537" y="6681515"/>
            <a:ext cx="381385" cy="257430"/>
          </a:xfrm>
          <a:prstGeom prst="rect">
            <a:avLst/>
          </a:prstGeom>
          <a:solidFill>
            <a:schemeClr val="accent3">
              <a:lumMod val="20000"/>
              <a:lumOff val="80000"/>
              <a:alpha val="0"/>
            </a:schemeClr>
          </a:solidFill>
          <a:ln>
            <a:noFill/>
          </a:ln>
        </p:spPr>
      </p:sp>
      <p:sp>
        <p:nvSpPr>
          <p:cNvPr id="244089287" name="Rectangle 478"/>
          <p:cNvSpPr/>
          <p:nvPr userDrawn="1"/>
        </p:nvSpPr>
        <p:spPr bwMode="auto">
          <a:xfrm>
            <a:off x="10669114" y="6598214"/>
            <a:ext cx="381385" cy="257430"/>
          </a:xfrm>
          <a:prstGeom prst="rect">
            <a:avLst/>
          </a:prstGeom>
          <a:solidFill>
            <a:schemeClr val="accent3">
              <a:lumMod val="20000"/>
              <a:lumOff val="80000"/>
              <a:alpha val="50000"/>
            </a:schemeClr>
          </a:solidFill>
          <a:ln>
            <a:noFill/>
          </a:ln>
        </p:spPr>
      </p:sp>
      <p:sp>
        <p:nvSpPr>
          <p:cNvPr id="527482609" name="Rectangle 460"/>
          <p:cNvSpPr/>
          <p:nvPr userDrawn="1"/>
        </p:nvSpPr>
        <p:spPr bwMode="auto">
          <a:xfrm>
            <a:off x="8760083" y="6600570"/>
            <a:ext cx="1144157" cy="255074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971405509" name="Rectangle 465"/>
          <p:cNvSpPr/>
          <p:nvPr userDrawn="1"/>
        </p:nvSpPr>
        <p:spPr bwMode="auto">
          <a:xfrm>
            <a:off x="8763994" y="6594997"/>
            <a:ext cx="381385" cy="257430"/>
          </a:xfrm>
          <a:prstGeom prst="rect">
            <a:avLst/>
          </a:prstGeom>
          <a:solidFill>
            <a:schemeClr val="accent2">
              <a:lumMod val="75000"/>
              <a:alpha val="46000"/>
            </a:schemeClr>
          </a:solidFill>
          <a:ln>
            <a:noFill/>
          </a:ln>
        </p:spPr>
      </p:sp>
      <p:sp>
        <p:nvSpPr>
          <p:cNvPr id="1252930799" name="Rectangle 466"/>
          <p:cNvSpPr/>
          <p:nvPr userDrawn="1"/>
        </p:nvSpPr>
        <p:spPr bwMode="auto">
          <a:xfrm>
            <a:off x="9150709" y="6594997"/>
            <a:ext cx="381385" cy="257430"/>
          </a:xfrm>
          <a:prstGeom prst="rect">
            <a:avLst/>
          </a:prstGeom>
          <a:solidFill>
            <a:schemeClr val="accent2">
              <a:lumMod val="60000"/>
              <a:lumOff val="40000"/>
              <a:alpha val="30000"/>
            </a:schemeClr>
          </a:solidFill>
          <a:ln>
            <a:noFill/>
          </a:ln>
        </p:spPr>
      </p:sp>
      <p:sp>
        <p:nvSpPr>
          <p:cNvPr id="386138446" name="Rectangle 467"/>
          <p:cNvSpPr/>
          <p:nvPr userDrawn="1"/>
        </p:nvSpPr>
        <p:spPr bwMode="auto">
          <a:xfrm>
            <a:off x="9521437" y="6597036"/>
            <a:ext cx="381385" cy="257430"/>
          </a:xfrm>
          <a:prstGeom prst="rect">
            <a:avLst/>
          </a:prstGeom>
          <a:solidFill>
            <a:schemeClr val="accent2">
              <a:lumMod val="40000"/>
              <a:lumOff val="60000"/>
              <a:alpha val="76000"/>
            </a:schemeClr>
          </a:solidFill>
          <a:ln>
            <a:noFill/>
          </a:ln>
        </p:spPr>
      </p:sp>
      <p:sp>
        <p:nvSpPr>
          <p:cNvPr id="1406826555" name="Rectangle 449"/>
          <p:cNvSpPr/>
          <p:nvPr userDrawn="1"/>
        </p:nvSpPr>
        <p:spPr bwMode="auto">
          <a:xfrm>
            <a:off x="7618378" y="6598214"/>
            <a:ext cx="1144157" cy="25507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285507285" name="Rectangle 454"/>
          <p:cNvSpPr/>
          <p:nvPr userDrawn="1"/>
        </p:nvSpPr>
        <p:spPr bwMode="auto">
          <a:xfrm>
            <a:off x="7622289" y="6598214"/>
            <a:ext cx="381385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35000"/>
            </a:schemeClr>
          </a:solidFill>
          <a:ln>
            <a:noFill/>
          </a:ln>
        </p:spPr>
      </p:sp>
      <p:sp>
        <p:nvSpPr>
          <p:cNvPr id="1754641588" name="Rectangle 455"/>
          <p:cNvSpPr/>
          <p:nvPr userDrawn="1"/>
        </p:nvSpPr>
        <p:spPr bwMode="auto">
          <a:xfrm>
            <a:off x="8001866" y="6598214"/>
            <a:ext cx="381385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0"/>
            </a:schemeClr>
          </a:solidFill>
          <a:ln>
            <a:noFill/>
          </a:ln>
        </p:spPr>
      </p:sp>
      <p:sp>
        <p:nvSpPr>
          <p:cNvPr id="1104427366" name="Rectangle 456"/>
          <p:cNvSpPr/>
          <p:nvPr userDrawn="1"/>
        </p:nvSpPr>
        <p:spPr bwMode="auto">
          <a:xfrm>
            <a:off x="8382201" y="6598214"/>
            <a:ext cx="381385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50000"/>
            </a:schemeClr>
          </a:solidFill>
          <a:ln>
            <a:noFill/>
          </a:ln>
        </p:spPr>
      </p:sp>
      <p:sp>
        <p:nvSpPr>
          <p:cNvPr id="1718148961" name="Rectangle 438"/>
          <p:cNvSpPr/>
          <p:nvPr userDrawn="1"/>
        </p:nvSpPr>
        <p:spPr bwMode="auto">
          <a:xfrm>
            <a:off x="6477385" y="6598214"/>
            <a:ext cx="1144157" cy="255074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26719902" name="Rectangle 443"/>
          <p:cNvSpPr/>
          <p:nvPr userDrawn="1"/>
        </p:nvSpPr>
        <p:spPr bwMode="auto">
          <a:xfrm>
            <a:off x="6481296" y="6598214"/>
            <a:ext cx="381385" cy="257430"/>
          </a:xfrm>
          <a:prstGeom prst="rect">
            <a:avLst/>
          </a:prstGeom>
          <a:solidFill>
            <a:schemeClr val="accent4">
              <a:lumMod val="40000"/>
              <a:lumOff val="60000"/>
              <a:alpha val="3999"/>
            </a:schemeClr>
          </a:solidFill>
          <a:ln>
            <a:noFill/>
          </a:ln>
        </p:spPr>
      </p:sp>
      <p:sp>
        <p:nvSpPr>
          <p:cNvPr id="890847858" name="Rectangle 444"/>
          <p:cNvSpPr/>
          <p:nvPr userDrawn="1"/>
        </p:nvSpPr>
        <p:spPr bwMode="auto">
          <a:xfrm>
            <a:off x="6860871" y="6598214"/>
            <a:ext cx="381385" cy="257430"/>
          </a:xfrm>
          <a:prstGeom prst="rect">
            <a:avLst/>
          </a:prstGeom>
          <a:solidFill>
            <a:schemeClr val="accent4">
              <a:lumMod val="40000"/>
              <a:lumOff val="60000"/>
              <a:alpha val="23000"/>
            </a:schemeClr>
          </a:solidFill>
          <a:ln>
            <a:noFill/>
          </a:ln>
        </p:spPr>
      </p:sp>
      <p:sp>
        <p:nvSpPr>
          <p:cNvPr id="1411377374" name="Rectangle 445"/>
          <p:cNvSpPr/>
          <p:nvPr userDrawn="1"/>
        </p:nvSpPr>
        <p:spPr bwMode="auto">
          <a:xfrm>
            <a:off x="7241207" y="6598214"/>
            <a:ext cx="381385" cy="257430"/>
          </a:xfrm>
          <a:prstGeom prst="rect">
            <a:avLst/>
          </a:prstGeom>
          <a:solidFill>
            <a:schemeClr val="accent4">
              <a:lumMod val="20000"/>
              <a:lumOff val="80000"/>
              <a:alpha val="26999"/>
            </a:schemeClr>
          </a:solidFill>
          <a:ln>
            <a:noFill/>
          </a:ln>
        </p:spPr>
      </p:sp>
      <p:sp>
        <p:nvSpPr>
          <p:cNvPr id="368039070" name="Rectangle 422"/>
          <p:cNvSpPr/>
          <p:nvPr userDrawn="1"/>
        </p:nvSpPr>
        <p:spPr bwMode="auto">
          <a:xfrm>
            <a:off x="5330857" y="6599709"/>
            <a:ext cx="1144157" cy="25507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610735827" name="Rectangle 427"/>
          <p:cNvSpPr/>
          <p:nvPr userDrawn="1"/>
        </p:nvSpPr>
        <p:spPr bwMode="auto">
          <a:xfrm>
            <a:off x="5334768" y="6599709"/>
            <a:ext cx="381385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22000"/>
            </a:schemeClr>
          </a:solidFill>
          <a:ln>
            <a:noFill/>
          </a:ln>
        </p:spPr>
      </p:sp>
      <p:sp>
        <p:nvSpPr>
          <p:cNvPr id="552157124" name="Rectangle 428"/>
          <p:cNvSpPr/>
          <p:nvPr userDrawn="1"/>
        </p:nvSpPr>
        <p:spPr bwMode="auto">
          <a:xfrm>
            <a:off x="5714343" y="6599709"/>
            <a:ext cx="381385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0"/>
            </a:schemeClr>
          </a:solidFill>
          <a:ln>
            <a:noFill/>
          </a:ln>
        </p:spPr>
      </p:sp>
      <p:sp>
        <p:nvSpPr>
          <p:cNvPr id="1557335103" name="Rectangle 429"/>
          <p:cNvSpPr/>
          <p:nvPr userDrawn="1"/>
        </p:nvSpPr>
        <p:spPr bwMode="auto">
          <a:xfrm>
            <a:off x="6094679" y="6599709"/>
            <a:ext cx="381385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50000"/>
            </a:schemeClr>
          </a:solidFill>
          <a:ln>
            <a:noFill/>
          </a:ln>
        </p:spPr>
      </p:sp>
      <p:sp>
        <p:nvSpPr>
          <p:cNvPr id="1884522691" name="Rectangle 411"/>
          <p:cNvSpPr/>
          <p:nvPr userDrawn="1"/>
        </p:nvSpPr>
        <p:spPr bwMode="auto">
          <a:xfrm>
            <a:off x="4186699" y="6597353"/>
            <a:ext cx="1144157" cy="25507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</p:sp>
      <p:sp>
        <p:nvSpPr>
          <p:cNvPr id="564255173" name="Rectangle 416"/>
          <p:cNvSpPr/>
          <p:nvPr userDrawn="1"/>
        </p:nvSpPr>
        <p:spPr bwMode="auto">
          <a:xfrm>
            <a:off x="4190610" y="6597353"/>
            <a:ext cx="381385" cy="257430"/>
          </a:xfrm>
          <a:prstGeom prst="rect">
            <a:avLst/>
          </a:prstGeom>
          <a:solidFill>
            <a:schemeClr val="accent3">
              <a:lumMod val="20000"/>
              <a:lumOff val="80000"/>
              <a:alpha val="22000"/>
            </a:schemeClr>
          </a:solidFill>
          <a:ln>
            <a:noFill/>
          </a:ln>
        </p:spPr>
      </p:sp>
      <p:sp>
        <p:nvSpPr>
          <p:cNvPr id="480227892" name="Rectangle 417"/>
          <p:cNvSpPr/>
          <p:nvPr userDrawn="1"/>
        </p:nvSpPr>
        <p:spPr bwMode="auto">
          <a:xfrm>
            <a:off x="4570186" y="6597353"/>
            <a:ext cx="381385" cy="257430"/>
          </a:xfrm>
          <a:prstGeom prst="rect">
            <a:avLst/>
          </a:prstGeom>
          <a:solidFill>
            <a:schemeClr val="accent3">
              <a:lumMod val="20000"/>
              <a:lumOff val="80000"/>
              <a:alpha val="0"/>
            </a:schemeClr>
          </a:solidFill>
          <a:ln>
            <a:noFill/>
          </a:ln>
        </p:spPr>
      </p:sp>
      <p:sp>
        <p:nvSpPr>
          <p:cNvPr id="1034379532" name="Rectangle 418"/>
          <p:cNvSpPr/>
          <p:nvPr userDrawn="1"/>
        </p:nvSpPr>
        <p:spPr bwMode="auto">
          <a:xfrm>
            <a:off x="4950522" y="6597353"/>
            <a:ext cx="381385" cy="257430"/>
          </a:xfrm>
          <a:prstGeom prst="rect">
            <a:avLst/>
          </a:prstGeom>
          <a:solidFill>
            <a:schemeClr val="accent3">
              <a:lumMod val="20000"/>
              <a:lumOff val="80000"/>
              <a:alpha val="50000"/>
            </a:schemeClr>
          </a:solidFill>
          <a:ln>
            <a:noFill/>
          </a:ln>
        </p:spPr>
      </p:sp>
      <p:sp>
        <p:nvSpPr>
          <p:cNvPr id="1812949570" name="Rectangle 400"/>
          <p:cNvSpPr/>
          <p:nvPr userDrawn="1"/>
        </p:nvSpPr>
        <p:spPr bwMode="auto">
          <a:xfrm>
            <a:off x="3041491" y="6599709"/>
            <a:ext cx="1144157" cy="255074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551135284" name="Rectangle 405"/>
          <p:cNvSpPr/>
          <p:nvPr userDrawn="1"/>
        </p:nvSpPr>
        <p:spPr bwMode="auto">
          <a:xfrm>
            <a:off x="3045402" y="6599709"/>
            <a:ext cx="381385" cy="257430"/>
          </a:xfrm>
          <a:prstGeom prst="rect">
            <a:avLst/>
          </a:prstGeom>
          <a:solidFill>
            <a:schemeClr val="accent2">
              <a:lumMod val="75000"/>
              <a:alpha val="46000"/>
            </a:schemeClr>
          </a:solidFill>
          <a:ln>
            <a:noFill/>
          </a:ln>
        </p:spPr>
      </p:sp>
      <p:sp>
        <p:nvSpPr>
          <p:cNvPr id="428168147" name="Rectangle 406"/>
          <p:cNvSpPr/>
          <p:nvPr userDrawn="1"/>
        </p:nvSpPr>
        <p:spPr bwMode="auto">
          <a:xfrm>
            <a:off x="3424979" y="6599709"/>
            <a:ext cx="381385" cy="257430"/>
          </a:xfrm>
          <a:prstGeom prst="rect">
            <a:avLst/>
          </a:prstGeom>
          <a:solidFill>
            <a:schemeClr val="accent2">
              <a:lumMod val="60000"/>
              <a:lumOff val="40000"/>
              <a:alpha val="30000"/>
            </a:schemeClr>
          </a:solidFill>
          <a:ln>
            <a:noFill/>
          </a:ln>
        </p:spPr>
      </p:sp>
      <p:sp>
        <p:nvSpPr>
          <p:cNvPr id="1432929916" name="Rectangle 407"/>
          <p:cNvSpPr/>
          <p:nvPr userDrawn="1"/>
        </p:nvSpPr>
        <p:spPr bwMode="auto">
          <a:xfrm>
            <a:off x="3805314" y="6599709"/>
            <a:ext cx="381385" cy="257430"/>
          </a:xfrm>
          <a:prstGeom prst="rect">
            <a:avLst/>
          </a:prstGeom>
          <a:solidFill>
            <a:schemeClr val="accent2">
              <a:lumMod val="40000"/>
              <a:lumOff val="60000"/>
              <a:alpha val="76000"/>
            </a:schemeClr>
          </a:solidFill>
          <a:ln>
            <a:noFill/>
          </a:ln>
        </p:spPr>
      </p:sp>
      <p:sp>
        <p:nvSpPr>
          <p:cNvPr id="1340795359" name="Rectangle 389"/>
          <p:cNvSpPr/>
          <p:nvPr userDrawn="1"/>
        </p:nvSpPr>
        <p:spPr bwMode="auto">
          <a:xfrm>
            <a:off x="1899786" y="6597353"/>
            <a:ext cx="1144157" cy="25507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726519224" name="Rectangle 394"/>
          <p:cNvSpPr/>
          <p:nvPr userDrawn="1"/>
        </p:nvSpPr>
        <p:spPr bwMode="auto">
          <a:xfrm>
            <a:off x="1903697" y="6597353"/>
            <a:ext cx="381385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35000"/>
            </a:schemeClr>
          </a:solidFill>
          <a:ln>
            <a:noFill/>
          </a:ln>
        </p:spPr>
      </p:sp>
      <p:sp>
        <p:nvSpPr>
          <p:cNvPr id="1496793059" name="Rectangle 395"/>
          <p:cNvSpPr/>
          <p:nvPr userDrawn="1"/>
        </p:nvSpPr>
        <p:spPr bwMode="auto">
          <a:xfrm>
            <a:off x="2283274" y="6597353"/>
            <a:ext cx="381385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0"/>
            </a:schemeClr>
          </a:solidFill>
          <a:ln>
            <a:noFill/>
          </a:ln>
        </p:spPr>
      </p:sp>
      <p:sp>
        <p:nvSpPr>
          <p:cNvPr id="574775069" name="Rectangle 396"/>
          <p:cNvSpPr/>
          <p:nvPr userDrawn="1"/>
        </p:nvSpPr>
        <p:spPr bwMode="auto">
          <a:xfrm>
            <a:off x="2663610" y="6597353"/>
            <a:ext cx="381385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50000"/>
            </a:schemeClr>
          </a:solidFill>
          <a:ln>
            <a:noFill/>
          </a:ln>
        </p:spPr>
      </p:sp>
      <p:sp>
        <p:nvSpPr>
          <p:cNvPr id="633743373" name="Rectangle 378"/>
          <p:cNvSpPr/>
          <p:nvPr userDrawn="1"/>
        </p:nvSpPr>
        <p:spPr bwMode="auto">
          <a:xfrm>
            <a:off x="758793" y="6597353"/>
            <a:ext cx="1144157" cy="25743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</p:sp>
      <p:sp>
        <p:nvSpPr>
          <p:cNvPr id="717877331" name="Rectangle 383"/>
          <p:cNvSpPr/>
          <p:nvPr userDrawn="1"/>
        </p:nvSpPr>
        <p:spPr bwMode="auto">
          <a:xfrm>
            <a:off x="762703" y="6597353"/>
            <a:ext cx="381385" cy="257430"/>
          </a:xfrm>
          <a:prstGeom prst="rect">
            <a:avLst/>
          </a:prstGeom>
          <a:solidFill>
            <a:schemeClr val="accent4">
              <a:lumMod val="40000"/>
              <a:lumOff val="60000"/>
              <a:alpha val="3999"/>
            </a:schemeClr>
          </a:solidFill>
          <a:ln>
            <a:noFill/>
          </a:ln>
        </p:spPr>
      </p:sp>
      <p:sp>
        <p:nvSpPr>
          <p:cNvPr id="432528394" name="Rectangle 384"/>
          <p:cNvSpPr/>
          <p:nvPr userDrawn="1"/>
        </p:nvSpPr>
        <p:spPr bwMode="auto">
          <a:xfrm>
            <a:off x="1142281" y="6597353"/>
            <a:ext cx="381385" cy="257430"/>
          </a:xfrm>
          <a:prstGeom prst="rect">
            <a:avLst/>
          </a:prstGeom>
          <a:solidFill>
            <a:schemeClr val="accent4">
              <a:lumMod val="40000"/>
              <a:lumOff val="60000"/>
              <a:alpha val="23000"/>
            </a:schemeClr>
          </a:solidFill>
          <a:ln>
            <a:noFill/>
          </a:ln>
        </p:spPr>
      </p:sp>
      <p:sp>
        <p:nvSpPr>
          <p:cNvPr id="1680012554" name="Rectangle 385"/>
          <p:cNvSpPr/>
          <p:nvPr userDrawn="1"/>
        </p:nvSpPr>
        <p:spPr bwMode="auto">
          <a:xfrm>
            <a:off x="1522615" y="6597353"/>
            <a:ext cx="381385" cy="257430"/>
          </a:xfrm>
          <a:prstGeom prst="rect">
            <a:avLst/>
          </a:prstGeom>
          <a:solidFill>
            <a:schemeClr val="accent4">
              <a:lumMod val="20000"/>
              <a:lumOff val="80000"/>
              <a:alpha val="26999"/>
            </a:schemeClr>
          </a:solidFill>
          <a:ln>
            <a:noFill/>
          </a:ln>
        </p:spPr>
      </p:sp>
      <p:sp>
        <p:nvSpPr>
          <p:cNvPr id="284574109" name="Rectangle 365"/>
          <p:cNvSpPr/>
          <p:nvPr userDrawn="1"/>
        </p:nvSpPr>
        <p:spPr bwMode="auto">
          <a:xfrm>
            <a:off x="-1" y="6599851"/>
            <a:ext cx="765171" cy="25493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620755005" name="Rectangle 369"/>
          <p:cNvSpPr/>
          <p:nvPr userDrawn="1"/>
        </p:nvSpPr>
        <p:spPr bwMode="auto">
          <a:xfrm>
            <a:off x="4502" y="6599853"/>
            <a:ext cx="381385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0"/>
            </a:schemeClr>
          </a:solidFill>
          <a:ln>
            <a:noFill/>
          </a:ln>
        </p:spPr>
      </p:sp>
      <p:sp>
        <p:nvSpPr>
          <p:cNvPr id="754484152" name="Rectangle 370"/>
          <p:cNvSpPr/>
          <p:nvPr userDrawn="1"/>
        </p:nvSpPr>
        <p:spPr bwMode="auto">
          <a:xfrm>
            <a:off x="384838" y="6599853"/>
            <a:ext cx="381385" cy="257430"/>
          </a:xfrm>
          <a:prstGeom prst="rect">
            <a:avLst/>
          </a:prstGeom>
          <a:solidFill>
            <a:schemeClr val="accent1">
              <a:lumMod val="60000"/>
              <a:lumOff val="40000"/>
              <a:alpha val="50000"/>
            </a:schemeClr>
          </a:solidFill>
          <a:ln>
            <a:noFill/>
          </a:ln>
        </p:spPr>
      </p:sp>
      <p:sp>
        <p:nvSpPr>
          <p:cNvPr id="1706025384" name="Text Placeholder 2"/>
          <p:cNvSpPr>
            <a:spLocks noGrp="1"/>
          </p:cNvSpPr>
          <p:nvPr userDrawn="1">
            <p:ph type="body" idx="1"/>
          </p:nvPr>
        </p:nvSpPr>
        <p:spPr bwMode="auto">
          <a:xfrm>
            <a:off x="609599" y="1340767"/>
            <a:ext cx="10972800" cy="46085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029311473" name="Title 1"/>
          <p:cNvSpPr>
            <a:spLocks noGrp="1"/>
          </p:cNvSpPr>
          <p:nvPr userDrawn="1">
            <p:ph type="title"/>
          </p:nvPr>
        </p:nvSpPr>
        <p:spPr bwMode="auto">
          <a:xfrm>
            <a:off x="2676487" y="220639"/>
            <a:ext cx="6750078" cy="856127"/>
          </a:xfrm>
          <a:prstGeom prst="rect">
            <a:avLst/>
          </a:prstGeom>
          <a:solidFill>
            <a:schemeClr val="bg1">
              <a:alpha val="84000"/>
            </a:schemeClr>
          </a:solidFill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109635127" name="Slide Number Placeholder 5"/>
          <p:cNvSpPr>
            <a:spLocks noGrp="1"/>
          </p:cNvSpPr>
          <p:nvPr userDrawn="1">
            <p:ph type="sldNum" sz="quarter" idx="4"/>
          </p:nvPr>
        </p:nvSpPr>
        <p:spPr bwMode="auto">
          <a:xfrm>
            <a:off x="5190395" y="6132835"/>
            <a:ext cx="952634" cy="365125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algn="ctr">
              <a:defRPr/>
            </a:lvl1pPr>
          </a:lstStyle>
          <a:p>
            <a:pPr>
              <a:defRPr/>
            </a:pPr>
            <a:fld id="{91974DF9-AD47-4691-BA21-BBFCE3637A9A}" type="slidenum">
              <a:rPr/>
              <a:t>‹#›</a:t>
            </a:fld>
            <a:endParaRPr/>
          </a:p>
        </p:txBody>
      </p:sp>
      <p:sp>
        <p:nvSpPr>
          <p:cNvPr id="2143226060" name="Date Placeholder 3"/>
          <p:cNvSpPr>
            <a:spLocks noGrp="1"/>
          </p:cNvSpPr>
          <p:nvPr userDrawn="1">
            <p:ph type="dt" sz="half" idx="2"/>
          </p:nvPr>
        </p:nvSpPr>
        <p:spPr bwMode="auto">
          <a:xfrm>
            <a:off x="607261" y="610950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1E84241-D031-42DE-84E4-CC10C30232F4}" type="datetimeFigureOut">
              <a:rPr/>
              <a:t>26.12.2019</a:t>
            </a:fld>
            <a:endParaRPr/>
          </a:p>
        </p:txBody>
      </p:sp>
      <p:sp>
        <p:nvSpPr>
          <p:cNvPr id="1748450737" name="Footer Placeholder 4"/>
          <p:cNvSpPr>
            <a:spLocks noGrp="1"/>
          </p:cNvSpPr>
          <p:nvPr userDrawn="1">
            <p:ph type="ftr" sz="quarter" idx="3"/>
          </p:nvPr>
        </p:nvSpPr>
        <p:spPr bwMode="auto">
          <a:xfrm>
            <a:off x="7758885" y="6132835"/>
            <a:ext cx="3860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>
        <a:spcBef>
          <a:spcPts val="0"/>
        </a:spcBef>
        <a:buNone/>
        <a:defRPr sz="3200" b="1">
          <a:solidFill>
            <a:schemeClr val="accent1">
              <a:lumMod val="50000"/>
            </a:schemeClr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5pPr>
      <a:lvl6pPr marL="2514599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0216100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1512299" y="2237912"/>
            <a:ext cx="9144000" cy="1124089"/>
          </a:xfrm>
        </p:spPr>
        <p:txBody>
          <a:bodyPr/>
          <a:lstStyle/>
          <a:p>
            <a:pPr>
              <a:defRPr/>
            </a:pPr>
            <a:r>
              <a:rPr lang="en-US">
                <a:latin typeface="Caladea"/>
                <a:ea typeface="Caladea"/>
                <a:cs typeface="Caladea"/>
              </a:rPr>
              <a:t>Stage Informatica 2025</a:t>
            </a:r>
            <a:endParaRPr>
              <a:latin typeface="Caladea"/>
              <a:cs typeface="Caladea"/>
            </a:endParaRPr>
          </a:p>
        </p:txBody>
      </p:sp>
      <p:sp>
        <p:nvSpPr>
          <p:cNvPr id="561714854" name="Subtitle 2"/>
          <p:cNvSpPr>
            <a:spLocks noGrp="1"/>
          </p:cNvSpPr>
          <p:nvPr>
            <p:ph type="subTitle" idx="1"/>
          </p:nvPr>
        </p:nvSpPr>
        <p:spPr bwMode="auto">
          <a:xfrm>
            <a:off x="2043473" y="3683371"/>
            <a:ext cx="8081653" cy="1008111"/>
          </a:xfrm>
        </p:spPr>
        <p:txBody>
          <a:bodyPr/>
          <a:lstStyle/>
          <a:p>
            <a:pPr>
              <a:defRPr/>
            </a:pPr>
            <a:r>
              <a:rPr lang="en-US">
                <a:latin typeface="Caladea"/>
                <a:ea typeface="Caladea"/>
                <a:cs typeface="Caladea"/>
              </a:rPr>
              <a:t>Tocchiamo con mano il Machine Learning e rendiamolo alla portata di tutti</a:t>
            </a:r>
            <a:endParaRPr>
              <a:latin typeface="Caladea"/>
              <a:cs typeface="Calad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8810186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609599" y="1108406"/>
            <a:ext cx="4486759" cy="556156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sz="2600">
                <a:latin typeface="Caladea"/>
                <a:ea typeface="Caladea"/>
                <a:cs typeface="Caladea"/>
              </a:rPr>
              <a:t>Cosa </a:t>
            </a:r>
            <a:r>
              <a:rPr sz="2600">
                <a:latin typeface="Caladea"/>
                <a:ea typeface="Caladea"/>
                <a:cs typeface="Caladea"/>
              </a:rPr>
              <a:t>è</a:t>
            </a:r>
            <a:r>
              <a:rPr sz="2600">
                <a:latin typeface="Caladea"/>
                <a:ea typeface="Caladea"/>
                <a:cs typeface="Caladea"/>
              </a:rPr>
              <a:t> il Machine Learning?</a:t>
            </a:r>
            <a:endParaRPr sz="2600">
              <a:latin typeface="Caladea"/>
              <a:cs typeface="Caladea"/>
            </a:endParaRPr>
          </a:p>
        </p:txBody>
      </p:sp>
      <p:sp>
        <p:nvSpPr>
          <p:cNvPr id="1033790742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9" y="1738543"/>
            <a:ext cx="10972800" cy="961747"/>
          </a:xfrm>
        </p:spPr>
        <p:txBody>
          <a:bodyPr/>
          <a:lstStyle/>
          <a:p>
            <a:pPr marL="0" indent="0">
              <a:buFont typeface="Arial"/>
              <a:buNone/>
              <a:defRPr/>
            </a:pPr>
            <a:r>
              <a:rPr sz="220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Una branchia dell’intelligenza artificiale basata su algoritmi in grado di “apprendere” grazie al consumo </a:t>
            </a:r>
            <a:r>
              <a:rPr sz="220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di una grande quantit</a:t>
            </a:r>
            <a:r>
              <a:rPr sz="2200">
                <a:solidFill>
                  <a:schemeClr val="tx1"/>
                </a:solidFill>
                <a:latin typeface="Asana"/>
                <a:ea typeface="Asana"/>
                <a:cs typeface="Asana"/>
              </a:rPr>
              <a:t>à</a:t>
            </a:r>
            <a:r>
              <a:rPr sz="220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di dati.</a:t>
            </a:r>
            <a:endParaRPr sz="220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</p:txBody>
      </p:sp>
      <p:sp>
        <p:nvSpPr>
          <p:cNvPr id="1411891365" name="Title 1"/>
          <p:cNvSpPr>
            <a:spLocks noGrp="1"/>
          </p:cNvSpPr>
          <p:nvPr/>
        </p:nvSpPr>
        <p:spPr bwMode="auto">
          <a:xfrm flipH="0" flipV="0">
            <a:off x="609599" y="2872843"/>
            <a:ext cx="3589744" cy="556155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>
            <a:lvl1pPr algn="ctr" defTabSz="914400" rtl="0">
              <a:spcBef>
                <a:spcPts val="0"/>
              </a:spcBef>
              <a:buNone/>
              <a:defRPr sz="3200" b="1">
                <a:solidFill>
                  <a:schemeClr val="accent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sz="2600">
                <a:latin typeface="Caladea"/>
                <a:ea typeface="Caladea"/>
                <a:cs typeface="Caladea"/>
              </a:rPr>
              <a:t>Cosa </a:t>
            </a:r>
            <a:r>
              <a:rPr sz="2600">
                <a:latin typeface="Caladea"/>
                <a:ea typeface="Caladea"/>
                <a:cs typeface="Caladea"/>
              </a:rPr>
              <a:t>è</a:t>
            </a:r>
            <a:r>
              <a:rPr sz="2600">
                <a:latin typeface="Caladea"/>
                <a:ea typeface="Caladea"/>
                <a:cs typeface="Caladea"/>
              </a:rPr>
              <a:t> un Algoritmo?</a:t>
            </a:r>
            <a:endParaRPr sz="2600">
              <a:latin typeface="Caladea"/>
              <a:cs typeface="Caladea"/>
            </a:endParaRPr>
          </a:p>
        </p:txBody>
      </p:sp>
      <p:sp>
        <p:nvSpPr>
          <p:cNvPr id="591921946" name="Content Placeholder 2"/>
          <p:cNvSpPr>
            <a:spLocks noGrp="1"/>
          </p:cNvSpPr>
          <p:nvPr/>
        </p:nvSpPr>
        <p:spPr bwMode="auto">
          <a:xfrm flipH="0" flipV="0">
            <a:off x="609599" y="3429000"/>
            <a:ext cx="10972800" cy="457940"/>
          </a:xfr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>
              <a:spcBef>
                <a:spcPts val="0"/>
              </a:spcBef>
              <a:buFont typeface="Arial"/>
              <a:buChar char="•"/>
              <a:defRPr sz="3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>
              <a:spcBef>
                <a:spcPts val="0"/>
              </a:spcBef>
              <a:buFont typeface="Arial"/>
              <a:buChar char="–"/>
              <a:defRPr sz="28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>
              <a:spcBef>
                <a:spcPts val="0"/>
              </a:spcBef>
              <a:buFont typeface="Arial"/>
              <a:buChar char="•"/>
              <a:defRPr sz="24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>
              <a:spcBef>
                <a:spcPts val="0"/>
              </a:spcBef>
              <a:buFont typeface="Arial"/>
              <a:buChar char="–"/>
              <a:defRPr sz="20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>
              <a:spcBef>
                <a:spcPts val="0"/>
              </a:spcBef>
              <a:buFont typeface="Arial"/>
              <a:buChar char="»"/>
              <a:defRPr sz="20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599" indent="-228600" algn="l" defTabSz="914400" rtl="0">
              <a:spcBef>
                <a:spcPts val="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>
              <a:spcBef>
                <a:spcPts val="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>
              <a:spcBef>
                <a:spcPts val="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>
              <a:spcBef>
                <a:spcPts val="0"/>
              </a:spcBef>
              <a:buFont typeface="Arial"/>
              <a:buChar char="•"/>
              <a:defRPr sz="20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  <a:defRPr/>
            </a:pPr>
            <a:r>
              <a:rPr sz="220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Una sequenza di operazioni che il computer esegue, come facciamo noi con una ricetta!</a:t>
            </a:r>
            <a:endParaRPr sz="220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</p:txBody>
      </p:sp>
      <p:sp>
        <p:nvSpPr>
          <p:cNvPr id="30999004" name=""/>
          <p:cNvSpPr/>
          <p:nvPr/>
        </p:nvSpPr>
        <p:spPr bwMode="auto">
          <a:xfrm rot="0" flipH="0" flipV="0">
            <a:off x="359335" y="4420245"/>
            <a:ext cx="2564488" cy="718772"/>
          </a:xfrm>
          <a:prstGeom prst="ellipse">
            <a:avLst/>
          </a:prstGeom>
          <a:solidFill>
            <a:schemeClr val="bg1">
              <a:alpha val="52999"/>
            </a:schemeClr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/>
          <a:p>
            <a:pPr algn="ctr">
              <a:defRPr/>
            </a:pPr>
            <a:r>
              <a:rPr sz="1400">
                <a:solidFill>
                  <a:schemeClr val="tx1"/>
                </a:solidFill>
              </a:rPr>
              <a:t>Riempi una pendola</a:t>
            </a:r>
            <a:r>
              <a:rPr sz="1400">
                <a:solidFill>
                  <a:schemeClr val="tx1"/>
                </a:solidFill>
              </a:rPr>
              <a:t> d’acqua</a:t>
            </a:r>
            <a:endParaRPr sz="1400">
              <a:solidFill>
                <a:schemeClr val="tx1"/>
              </a:solidFill>
            </a:endParaRPr>
          </a:p>
        </p:txBody>
      </p:sp>
      <p:sp>
        <p:nvSpPr>
          <p:cNvPr id="403171986" name=""/>
          <p:cNvSpPr/>
          <p:nvPr/>
        </p:nvSpPr>
        <p:spPr bwMode="auto">
          <a:xfrm rot="0" flipH="0" flipV="0">
            <a:off x="3531511" y="4420245"/>
            <a:ext cx="2564487" cy="718771"/>
          </a:xfrm>
          <a:prstGeom prst="ellipse">
            <a:avLst/>
          </a:prstGeom>
          <a:solidFill>
            <a:schemeClr val="bg1">
              <a:alpha val="52999"/>
            </a:schemeClr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/>
          <a:p>
            <a:pPr algn="ctr">
              <a:defRPr/>
            </a:pPr>
            <a:r>
              <a:rPr sz="1400">
                <a:solidFill>
                  <a:schemeClr val="tx1"/>
                </a:solidFill>
              </a:rPr>
              <a:t>Mettila sui fornelli</a:t>
            </a:r>
            <a:endParaRPr sz="1400">
              <a:solidFill>
                <a:schemeClr val="tx1"/>
              </a:solidFill>
            </a:endParaRPr>
          </a:p>
        </p:txBody>
      </p:sp>
      <p:sp>
        <p:nvSpPr>
          <p:cNvPr id="1751772485" name=""/>
          <p:cNvSpPr/>
          <p:nvPr/>
        </p:nvSpPr>
        <p:spPr bwMode="auto">
          <a:xfrm rot="0" flipH="0" flipV="0">
            <a:off x="6494719" y="4420245"/>
            <a:ext cx="2564487" cy="718771"/>
          </a:xfrm>
          <a:prstGeom prst="ellipse">
            <a:avLst/>
          </a:prstGeom>
          <a:solidFill>
            <a:schemeClr val="bg1">
              <a:alpha val="52999"/>
            </a:schemeClr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/>
          <a:p>
            <a:pPr algn="ctr">
              <a:defRPr/>
            </a:pPr>
            <a:r>
              <a:rPr sz="1400">
                <a:solidFill>
                  <a:schemeClr val="tx1"/>
                </a:solidFill>
              </a:rPr>
              <a:t>Accendi il fuoco</a:t>
            </a:r>
            <a:endParaRPr sz="1400">
              <a:solidFill>
                <a:schemeClr val="tx1"/>
              </a:solidFill>
            </a:endParaRPr>
          </a:p>
        </p:txBody>
      </p:sp>
      <p:sp>
        <p:nvSpPr>
          <p:cNvPr id="2134830241" name=""/>
          <p:cNvSpPr/>
          <p:nvPr/>
        </p:nvSpPr>
        <p:spPr bwMode="auto">
          <a:xfrm rot="0" flipH="0" flipV="0">
            <a:off x="9716410" y="4420245"/>
            <a:ext cx="1789250" cy="718771"/>
          </a:xfrm>
          <a:prstGeom prst="ellipse">
            <a:avLst/>
          </a:prstGeom>
          <a:solidFill>
            <a:schemeClr val="bg1">
              <a:alpha val="52999"/>
            </a:schemeClr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/>
          <a:p>
            <a:pPr algn="ctr">
              <a:defRPr/>
            </a:pPr>
            <a:r>
              <a:rPr sz="1400">
                <a:solidFill>
                  <a:schemeClr val="tx1"/>
                </a:solidFill>
              </a:rPr>
              <a:t>...</a:t>
            </a:r>
            <a:endParaRPr sz="1400">
              <a:solidFill>
                <a:schemeClr val="tx1"/>
              </a:solidFill>
            </a:endParaRPr>
          </a:p>
        </p:txBody>
      </p:sp>
      <p:cxnSp>
        <p:nvCxnSpPr>
          <p:cNvPr id="1355572667" name=""/>
          <p:cNvCxnSpPr>
            <a:stCxn id="30999004" idx="6"/>
            <a:endCxn id="403171986" idx="2"/>
          </p:cNvCxnSpPr>
          <p:nvPr/>
        </p:nvCxnSpPr>
        <p:spPr bwMode="auto">
          <a:xfrm rot="0" flipH="0" flipV="1">
            <a:off x="2923823" y="4779631"/>
            <a:ext cx="607688" cy="0"/>
          </a:xfrm>
          <a:prstGeom prst="line">
            <a:avLst/>
          </a:prstGeom>
          <a:ln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526007" name=""/>
          <p:cNvCxnSpPr>
            <a:stCxn id="403171986" idx="6"/>
            <a:endCxn id="1751772485" idx="2"/>
          </p:cNvCxnSpPr>
          <p:nvPr/>
        </p:nvCxnSpPr>
        <p:spPr bwMode="auto">
          <a:xfrm rot="0" flipH="0" flipV="0">
            <a:off x="6095999" y="4779631"/>
            <a:ext cx="398719" cy="0"/>
          </a:xfrm>
          <a:prstGeom prst="line">
            <a:avLst/>
          </a:prstGeom>
          <a:ln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3989114" name=""/>
          <p:cNvCxnSpPr>
            <a:stCxn id="1751772485" idx="6"/>
            <a:endCxn id="2134830241" idx="2"/>
          </p:cNvCxnSpPr>
          <p:nvPr/>
        </p:nvCxnSpPr>
        <p:spPr bwMode="auto">
          <a:xfrm rot="0" flipH="0" flipV="0">
            <a:off x="9059207" y="4779631"/>
            <a:ext cx="657203" cy="0"/>
          </a:xfrm>
          <a:prstGeom prst="line">
            <a:avLst/>
          </a:prstGeom>
          <a:ln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82820" name=""/>
          <p:cNvCxnSpPr/>
          <p:nvPr/>
        </p:nvCxnSpPr>
        <p:spPr bwMode="auto">
          <a:xfrm rot="0" flipH="0" flipV="1">
            <a:off x="2923823" y="4779631"/>
            <a:ext cx="607688" cy="0"/>
          </a:xfrm>
          <a:prstGeom prst="line">
            <a:avLst/>
          </a:prstGeom>
          <a:ln w="19049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9489236" name=""/>
          <p:cNvCxnSpPr/>
          <p:nvPr/>
        </p:nvCxnSpPr>
        <p:spPr bwMode="auto">
          <a:xfrm rot="0" flipH="0" flipV="0">
            <a:off x="6095999" y="4779631"/>
            <a:ext cx="398719" cy="0"/>
          </a:xfrm>
          <a:prstGeom prst="line">
            <a:avLst/>
          </a:prstGeom>
          <a:ln w="19049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565380" name=""/>
          <p:cNvCxnSpPr/>
          <p:nvPr/>
        </p:nvCxnSpPr>
        <p:spPr bwMode="auto">
          <a:xfrm rot="0" flipH="0" flipV="0">
            <a:off x="9059207" y="4779631"/>
            <a:ext cx="657203" cy="0"/>
          </a:xfrm>
          <a:prstGeom prst="line">
            <a:avLst/>
          </a:prstGeom>
          <a:ln w="19049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1465072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245379" y="1182387"/>
            <a:ext cx="4968725" cy="556156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sz="2600">
                <a:latin typeface="Caladea"/>
                <a:ea typeface="Caladea"/>
                <a:cs typeface="Caladea"/>
              </a:rPr>
              <a:t>Quidi cosa fa il</a:t>
            </a:r>
            <a:r>
              <a:rPr sz="2600">
                <a:latin typeface="Caladea"/>
                <a:ea typeface="Caladea"/>
                <a:cs typeface="Caladea"/>
              </a:rPr>
              <a:t> Machine Learning...?</a:t>
            </a:r>
            <a:endParaRPr sz="2600">
              <a:latin typeface="Caladea"/>
              <a:cs typeface="Caladea"/>
            </a:endParaRPr>
          </a:p>
        </p:txBody>
      </p:sp>
      <p:sp>
        <p:nvSpPr>
          <p:cNvPr id="910813199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45379" y="1738543"/>
            <a:ext cx="11164599" cy="827727"/>
          </a:xfrm>
        </p:spPr>
        <p:txBody>
          <a:bodyPr/>
          <a:lstStyle/>
          <a:p>
            <a:pPr marL="0" indent="0">
              <a:buFont typeface="Arial"/>
              <a:buNone/>
              <a:defRPr/>
            </a:pPr>
            <a:r>
              <a:rPr sz="220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Permette al computer di “adattarsi” per risolvere problemi specifici di cui non ha la soluzione a priori. </a:t>
            </a:r>
            <a:endParaRPr sz="220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</p:txBody>
      </p:sp>
      <p:pic>
        <p:nvPicPr>
          <p:cNvPr id="149096180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7018459" y="3239463"/>
            <a:ext cx="4557307" cy="1999162"/>
          </a:xfrm>
          <a:prstGeom prst="rect">
            <a:avLst/>
          </a:prstGeom>
        </p:spPr>
      </p:pic>
      <p:sp>
        <p:nvSpPr>
          <p:cNvPr id="997255336" name=""/>
          <p:cNvSpPr txBox="1"/>
          <p:nvPr/>
        </p:nvSpPr>
        <p:spPr bwMode="auto">
          <a:xfrm rot="0" flipH="0" flipV="0">
            <a:off x="245379" y="2633190"/>
            <a:ext cx="6116065" cy="3322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indent="0" algn="l">
              <a:buFont typeface="Arial"/>
              <a:buNone/>
              <a:defRPr/>
            </a:pPr>
            <a:r>
              <a:rPr sz="160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Esempio: filtro anti-spam</a:t>
            </a:r>
            <a:endParaRPr sz="180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0" indent="0" algn="l">
              <a:buFont typeface="Arial"/>
              <a:buNone/>
              <a:defRPr/>
            </a:pPr>
            <a:endParaRPr sz="1800" b="0">
              <a:solidFill>
                <a:schemeClr val="tx1"/>
              </a:solidFill>
              <a:latin typeface="Caladea"/>
              <a:cs typeface="Caladea"/>
            </a:endParaRPr>
          </a:p>
          <a:p>
            <a:pPr marL="0" indent="0" algn="l">
              <a:buFont typeface="Arial"/>
              <a:buNone/>
              <a:defRPr/>
            </a:pPr>
            <a:r>
              <a:rPr sz="16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Ogni volta che </a:t>
            </a:r>
            <a:r>
              <a:rPr sz="16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segni un’email come </a:t>
            </a:r>
            <a:r>
              <a:rPr sz="16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“spam” </a:t>
            </a:r>
            <a:r>
              <a:rPr sz="16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stai </a:t>
            </a:r>
            <a:r>
              <a:rPr sz="16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insegnando qualcosa al computer</a:t>
            </a:r>
            <a:r>
              <a:rPr sz="16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.</a:t>
            </a:r>
            <a:endParaRPr sz="1800" b="0" i="0" u="none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0" indent="0" algn="l">
              <a:buFont typeface="Arial"/>
              <a:buNone/>
              <a:defRPr/>
            </a:pPr>
            <a:r>
              <a:rPr sz="16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Con il tempo, il sistema osserva che </a:t>
            </a:r>
            <a:r>
              <a:rPr sz="16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le email che contengono spesso parole come </a:t>
            </a:r>
            <a:r>
              <a:rPr sz="16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“vinci” o “offerta imperdibile” sono da te considerate spam, l’algoritmo del sistema metter</a:t>
            </a:r>
            <a:r>
              <a:rPr sz="1600">
                <a:latin typeface="Caladea"/>
                <a:ea typeface="Caladea"/>
                <a:cs typeface="Caladea"/>
              </a:rPr>
              <a:t>á</a:t>
            </a:r>
            <a:r>
              <a:rPr sz="16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quindi in automatico nella cartella spam le email che hanno queste parole ed altre caratteristiche che ha riconosciuto.</a:t>
            </a:r>
            <a:endParaRPr sz="1800" b="0" i="0" u="none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0" indent="0" algn="l">
              <a:buFont typeface="Arial"/>
              <a:buNone/>
              <a:defRPr/>
            </a:pPr>
            <a:endParaRPr sz="1800" b="0" i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0" indent="0" algn="l">
              <a:buFont typeface="Arial"/>
              <a:buNone/>
              <a:defRPr/>
            </a:pPr>
            <a:r>
              <a:rPr sz="16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Il machine learning permette quindi</a:t>
            </a:r>
            <a:r>
              <a:rPr sz="16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al computer di </a:t>
            </a:r>
            <a:r>
              <a:rPr sz="16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imparare dagli esempi</a:t>
            </a:r>
            <a:r>
              <a:rPr sz="16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invece di seguire solo regole fisse scritte da un programmatore.</a:t>
            </a:r>
            <a:endParaRPr sz="1200" b="0" i="0" u="none">
              <a:solidFill>
                <a:srgbClr val="000000"/>
              </a:solidFill>
              <a:latin typeface="Caladea"/>
              <a:ea typeface="Caladea"/>
              <a:cs typeface="Calad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7328370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245379" y="1071416"/>
            <a:ext cx="4968725" cy="556156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sz="2600">
                <a:latin typeface="Caladea"/>
                <a:ea typeface="Caladea"/>
                <a:cs typeface="Caladea"/>
              </a:rPr>
              <a:t>Vediamo in pratica! Algoritmo KNN</a:t>
            </a:r>
            <a:endParaRPr sz="2600">
              <a:latin typeface="Caladea"/>
              <a:cs typeface="Caladea"/>
            </a:endParaRPr>
          </a:p>
        </p:txBody>
      </p:sp>
      <p:sp>
        <p:nvSpPr>
          <p:cNvPr id="481348300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45379" y="1627572"/>
            <a:ext cx="11164599" cy="476249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sz="2000" b="0" i="0" u="none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Un'azienda di snack deve identificare velocemente del cibo che gli arriva, deve mettere in dei contenitori le banane ed in altri le mandorle.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Deve farlo senza rovina il cibo e quindi non puo usare dei filtri meccanici.</a:t>
            </a:r>
            <a:endParaRPr sz="2000" b="0" i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0" indent="0">
              <a:buFont typeface="Arial"/>
              <a:buNone/>
              <a:defRPr/>
            </a:pPr>
            <a:endParaRPr sz="2000" b="0" i="0">
              <a:solidFill>
                <a:schemeClr val="tx1"/>
              </a:solidFill>
              <a:latin typeface="Caladea"/>
              <a:cs typeface="Caladea"/>
            </a:endParaRPr>
          </a:p>
          <a:p>
            <a:pPr marL="0" indent="0">
              <a:buFont typeface="Arial"/>
              <a:buNone/>
              <a:defRPr/>
            </a:pP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Che caratteristiche di banane e mandorle puo usare per differenziale?</a:t>
            </a:r>
            <a:endParaRPr sz="2000" b="0" i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0" indent="0">
              <a:buFont typeface="Arial"/>
              <a:buNone/>
              <a:defRPr/>
            </a:pP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Provate a metterle in ordine</a:t>
            </a:r>
            <a:r>
              <a:rPr sz="2000" b="0" i="0">
                <a:solidFill>
                  <a:schemeClr val="tx1"/>
                </a:solidFill>
                <a:latin typeface="Caladea"/>
                <a:cs typeface="Caladea"/>
              </a:rPr>
              <a:t> di importanza, scegliete le due piu caratteristiche</a:t>
            </a:r>
            <a:endParaRPr sz="2000" b="0" i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>
              <a:defRPr/>
            </a:pP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Colore</a:t>
            </a:r>
            <a:endParaRPr sz="2000" b="0" i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>
              <a:defRPr/>
            </a:pP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Conduzione termica</a:t>
            </a:r>
            <a:endParaRPr sz="2000" b="0" i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>
              <a:defRPr/>
            </a:pP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Durezza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(che forza da applicare prima che si rompano)</a:t>
            </a:r>
            <a:endParaRPr sz="2000" b="0" i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>
              <a:defRPr/>
            </a:pP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Volume</a:t>
            </a:r>
            <a:endParaRPr sz="2000" b="0" i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>
              <a:defRPr/>
            </a:pP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Dolcezza</a:t>
            </a:r>
            <a:endParaRPr sz="2000" b="0" i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>
              <a:defRPr/>
            </a:pP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Peso</a:t>
            </a:r>
            <a:endParaRPr sz="2000" b="0" i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>
              <a:defRPr/>
            </a:pP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Buccia (si/no)</a:t>
            </a:r>
            <a:endParaRPr sz="2000" b="0" i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>
              <a:defRPr/>
            </a:pP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Conduzione elettrica</a:t>
            </a:r>
            <a:endParaRPr sz="2000" b="0" i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2339017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245379" y="1071416"/>
            <a:ext cx="4968725" cy="556156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sz="2600">
                <a:latin typeface="Caladea"/>
                <a:ea typeface="Caladea"/>
                <a:cs typeface="Caladea"/>
              </a:rPr>
              <a:t>Vediamo in pratica! Algoritmo KNN</a:t>
            </a:r>
            <a:endParaRPr sz="2600">
              <a:latin typeface="Caladea"/>
              <a:cs typeface="Caladea"/>
            </a:endParaRPr>
          </a:p>
        </p:txBody>
      </p:sp>
      <p:sp>
        <p:nvSpPr>
          <p:cNvPr id="1781984910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45379" y="1627572"/>
            <a:ext cx="11164599" cy="79529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Bene, avete fatto un processo di selezione e scelto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le piu caratteristiche.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Ora 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possiamo usare l’algoritmo KNN (K-Nearest Neighbors, semplicificato)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:</a:t>
            </a:r>
            <a:endParaRPr sz="2000" b="0" i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</p:txBody>
      </p:sp>
      <p:pic>
        <p:nvPicPr>
          <p:cNvPr id="66684514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279101" y="2607815"/>
            <a:ext cx="5847068" cy="3219172"/>
          </a:xfrm>
          <a:prstGeom prst="rect">
            <a:avLst/>
          </a:prstGeom>
        </p:spPr>
      </p:pic>
      <p:sp>
        <p:nvSpPr>
          <p:cNvPr id="1660244800" name=""/>
          <p:cNvSpPr txBox="1"/>
          <p:nvPr/>
        </p:nvSpPr>
        <p:spPr bwMode="auto">
          <a:xfrm rot="0" flipH="0" flipV="0">
            <a:off x="245379" y="2526436"/>
            <a:ext cx="5941341" cy="367908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indent="0" algn="l">
              <a:buFont typeface="Arial"/>
              <a:buNone/>
              <a:defRPr/>
            </a:pPr>
            <a:r>
              <a:rPr b="1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Apprendimento</a:t>
            </a:r>
            <a:endParaRPr sz="1800" b="0" i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261849" indent="-261849" algn="l">
              <a:buFont typeface="Arial"/>
              <a:buAutoNum type="arabicPeriod"/>
              <a:defRPr/>
            </a:pPr>
            <a:r>
              <a:rPr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Prendi tante banane e mandorle</a:t>
            </a:r>
            <a:endParaRPr sz="1800" b="0" i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261849" indent="-261849" algn="l">
              <a:buFont typeface="Arial"/>
              <a:buAutoNum type="arabicPeriod"/>
              <a:defRPr/>
            </a:pPr>
            <a:r>
              <a:rPr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Misura le due caratteristiche (In questo es. dolcezza e durezza)</a:t>
            </a:r>
            <a:endParaRPr sz="1800" b="0" i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261849" indent="-261849" algn="l">
              <a:buFont typeface="Arial"/>
              <a:buAutoNum type="arabicPeriod"/>
              <a:defRPr/>
            </a:pPr>
            <a:r>
              <a:rPr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Metti i valori misurati in un grafico (es. asse  x dolcezza, asse y durezza)</a:t>
            </a:r>
            <a:endParaRPr sz="1800" b="0" i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261849" indent="-261849" algn="l">
              <a:buFont typeface="Arial"/>
              <a:buAutoNum type="arabicPeriod"/>
              <a:defRPr/>
            </a:pPr>
            <a:endParaRPr sz="1800" b="0" i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0" indent="0" algn="l">
              <a:buFont typeface="Arial"/>
              <a:buNone/>
              <a:defRPr/>
            </a:pPr>
            <a:r>
              <a:rPr b="1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Utilizzo (Inferenza)</a:t>
            </a:r>
            <a:endParaRPr b="0" i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283879" indent="-283879" algn="l">
              <a:buFont typeface="Arial"/>
              <a:buAutoNum type="arabicPeriod"/>
              <a:defRPr/>
            </a:pPr>
            <a:r>
              <a:rPr sz="18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Arriva un nuovo cibo, non sappiamo cosa sia</a:t>
            </a:r>
            <a:endParaRPr sz="1800" b="0" i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283879" indent="-283879" algn="l">
              <a:buFont typeface="Arial"/>
              <a:buAutoNum type="arabicPeriod"/>
              <a:defRPr/>
            </a:pPr>
            <a:r>
              <a:rPr sz="18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Misura dolcezza e durezza</a:t>
            </a:r>
            <a:endParaRPr sz="1800" b="0" i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283879" indent="-283879" algn="l">
              <a:buFont typeface="Arial"/>
              <a:buAutoNum type="arabicPeriod"/>
              <a:defRPr/>
            </a:pPr>
            <a:r>
              <a:rPr sz="18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Calcola la distanza tra il nuovo cibo e quelli presenti</a:t>
            </a:r>
            <a:endParaRPr sz="1800" b="0" i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283879" indent="-283879" algn="l">
              <a:buFont typeface="Arial"/>
              <a:buAutoNum type="arabicPeriod"/>
              <a:defRPr/>
            </a:pPr>
            <a:r>
              <a:rPr sz="18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Se il nuovo cibo </a:t>
            </a:r>
            <a:r>
              <a:rPr sz="1800" b="0" i="0">
                <a:solidFill>
                  <a:schemeClr val="tx1"/>
                </a:solidFill>
                <a:latin typeface="Asana"/>
                <a:ea typeface="Asana"/>
                <a:cs typeface="Asana"/>
              </a:rPr>
              <a:t>è</a:t>
            </a:r>
            <a:r>
              <a:rPr sz="18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piu vicino alle banane, lo smistiamo tra le banane, altrimenti tra le mandorle</a:t>
            </a:r>
            <a:endParaRPr sz="1800" b="0" i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528710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245379" y="1071416"/>
            <a:ext cx="4968725" cy="556156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sz="2600">
                <a:latin typeface="Caladea"/>
                <a:ea typeface="Caladea"/>
                <a:cs typeface="Caladea"/>
              </a:rPr>
              <a:t>K cosa?</a:t>
            </a:r>
            <a:endParaRPr sz="2600">
              <a:latin typeface="Caladea"/>
              <a:cs typeface="Caladea"/>
            </a:endParaRPr>
          </a:p>
        </p:txBody>
      </p:sp>
      <p:sp>
        <p:nvSpPr>
          <p:cNvPr id="927723595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45379" y="1627572"/>
            <a:ext cx="11164599" cy="4253883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KNN, K-Nearest Neighbors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: i K vicini piu vicini.</a:t>
            </a:r>
            <a:endParaRPr sz="2000" b="0" i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0" indent="0">
              <a:buFont typeface="Arial"/>
              <a:buNone/>
              <a:defRPr/>
            </a:pP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Per capire se il nuovo cibo </a:t>
            </a:r>
            <a:r>
              <a:rPr sz="2000" b="0" i="0">
                <a:solidFill>
                  <a:schemeClr val="tx1"/>
                </a:solidFill>
                <a:latin typeface="Asana"/>
                <a:ea typeface="Asana"/>
                <a:cs typeface="Asana"/>
              </a:rPr>
              <a:t>è</a:t>
            </a: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piu vicino alle banane o alle mandorle uso il numero K (es. 3, 1, 5):</a:t>
            </a:r>
            <a:endParaRPr sz="2000" b="0" i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0" indent="0">
              <a:buFont typeface="Arial"/>
              <a:buNone/>
              <a:defRPr/>
            </a:pPr>
            <a:r>
              <a:rPr sz="20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Misuro la distanza tra il nuovo cibo e tutte le mandorle, es:</a:t>
            </a:r>
            <a:endParaRPr sz="2000" b="0" i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0" indent="0">
              <a:buFont typeface="Arial"/>
              <a:buNone/>
              <a:defRPr/>
            </a:pPr>
            <a:endParaRPr sz="2000" b="0" i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0" indent="0">
              <a:buFont typeface="Arial"/>
              <a:buNone/>
              <a:defRPr/>
            </a:pPr>
            <a:r>
              <a:rPr sz="14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Distanza con banana: 	3cm</a:t>
            </a:r>
            <a:endParaRPr sz="1400" b="0" i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0" indent="0">
              <a:buFont typeface="Arial"/>
              <a:buNone/>
              <a:defRPr/>
            </a:pPr>
            <a:r>
              <a:rPr lang="en-US" sz="1400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Distanza con banana: 	13cm</a:t>
            </a:r>
            <a:endParaRPr sz="1400" b="0" i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0" indent="0">
              <a:buFont typeface="Arial"/>
              <a:buNone/>
              <a:defRPr/>
            </a:pPr>
            <a:r>
              <a:rPr lang="en-US" sz="1400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Distanza con mandorla: 5 cm</a:t>
            </a:r>
            <a:endParaRPr sz="1400" b="0" i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0" indent="0">
              <a:buFont typeface="Arial"/>
              <a:buNone/>
              <a:defRPr/>
            </a:pPr>
            <a:r>
              <a:rPr lang="en-US" sz="1400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Distanza con banana: 	1 cm</a:t>
            </a:r>
            <a:endParaRPr sz="1400" b="0" i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0" indent="0">
              <a:buFont typeface="Arial"/>
              <a:buNone/>
              <a:defRPr/>
            </a:pPr>
            <a:r>
              <a:rPr lang="en-US" sz="1400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Distanza con </a:t>
            </a:r>
            <a:r>
              <a:rPr lang="en-US" sz="1400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mandorla</a:t>
            </a:r>
            <a:r>
              <a:rPr lang="en-US" sz="1400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: 15 cm</a:t>
            </a:r>
            <a:endParaRPr sz="1400" b="0" i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0" indent="0">
              <a:buFont typeface="Arial"/>
              <a:buNone/>
              <a:defRPr/>
            </a:pPr>
            <a:r>
              <a:rPr lang="en-US" sz="1400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Distanza con banana: 	8 cm</a:t>
            </a:r>
            <a:endParaRPr sz="1400" b="0" i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0" indent="0">
              <a:buFont typeface="Arial"/>
              <a:buNone/>
              <a:defRPr/>
            </a:pPr>
            <a:r>
              <a:rPr lang="en-US" sz="1400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Distanza con banana: 	10 cm</a:t>
            </a:r>
            <a:endParaRPr sz="1400" b="0" i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0" indent="0">
              <a:buFont typeface="Arial"/>
              <a:buNone/>
              <a:defRPr/>
            </a:pPr>
            <a:r>
              <a:rPr lang="en-US" sz="1400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Distanza con </a:t>
            </a:r>
            <a:r>
              <a:rPr lang="en-US" sz="1400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mandorla</a:t>
            </a:r>
            <a:r>
              <a:rPr lang="en-US" sz="1400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: 9 cm</a:t>
            </a:r>
            <a:endParaRPr lang="en-US" sz="14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0" indent="0">
              <a:buFont typeface="Arial"/>
              <a:buNone/>
              <a:defRPr/>
            </a:pPr>
            <a:endParaRPr sz="1400" b="0" i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0" indent="0">
              <a:buFont typeface="Arial"/>
              <a:buNone/>
              <a:defRPr/>
            </a:pPr>
            <a:r>
              <a:rPr lang="en-US" sz="1400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Se K vale 4, prendo le 4 piu vicine: 1cm(banana),3cm(banana),5cm(mandorla),8cm(banana)</a:t>
            </a:r>
            <a:endParaRPr lang="en-US" sz="14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 marL="0" indent="0">
              <a:buFont typeface="Arial"/>
              <a:buNone/>
              <a:defRPr/>
            </a:pPr>
            <a:r>
              <a:rPr lang="en-US" sz="1400" b="0" i="0" u="none" strike="noStrike" cap="none" spc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Tra le 4 piu vicine, 3 sono banane, quindi il nuovo cibo probabilmente sara una banana!</a:t>
            </a:r>
            <a:endParaRPr sz="1400" b="0" i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</p:txBody>
      </p:sp>
      <p:pic>
        <p:nvPicPr>
          <p:cNvPr id="80728248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7755148" y="2558541"/>
            <a:ext cx="3654829" cy="26802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2811212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245379" y="1071416"/>
            <a:ext cx="5351440" cy="556156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sz="2600">
                <a:latin typeface="Caladea"/>
                <a:ea typeface="Caladea"/>
                <a:cs typeface="Caladea"/>
              </a:rPr>
              <a:t>Se volessimo essere piu precisi</a:t>
            </a:r>
            <a:r>
              <a:rPr sz="2600">
                <a:latin typeface="Caladea"/>
                <a:ea typeface="Caladea"/>
                <a:cs typeface="Caladea"/>
              </a:rPr>
              <a:t>?</a:t>
            </a:r>
            <a:endParaRPr sz="2600">
              <a:latin typeface="Caladea"/>
              <a:cs typeface="Caladea"/>
            </a:endParaRPr>
          </a:p>
        </p:txBody>
      </p:sp>
      <p:sp>
        <p:nvSpPr>
          <p:cNvPr id="1727226498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45379" y="1627572"/>
            <a:ext cx="11164599" cy="136864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sz="22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Niente ci limita a due caratteristiche! Possiamo prenderne quante n</a:t>
            </a:r>
            <a:r>
              <a:rPr sz="22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è</a:t>
            </a:r>
            <a:r>
              <a:rPr sz="22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 vogliamo!</a:t>
            </a:r>
            <a:endParaRPr sz="2200" b="0" i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  <a:p>
            <a:pPr marL="0" indent="0">
              <a:buFont typeface="Arial"/>
              <a:buNone/>
              <a:defRPr/>
            </a:pPr>
            <a:r>
              <a:rPr sz="2200" b="0" i="0">
                <a:solidFill>
                  <a:schemeClr val="tx1"/>
                </a:solidFill>
                <a:latin typeface="Caladea"/>
                <a:ea typeface="Caladea"/>
                <a:cs typeface="Caladea"/>
              </a:rPr>
              <a:t>Non potremmo visualizzare un grafico a 5 dimensioni ma possiamo tranquillamente calcolare la distanza tra un punto a 5 dimensioni e un’altro.</a:t>
            </a:r>
            <a:endParaRPr sz="2200" b="0" i="0">
              <a:solidFill>
                <a:schemeClr val="tx1"/>
              </a:solidFill>
              <a:latin typeface="Caladea"/>
              <a:ea typeface="Caladea"/>
              <a:cs typeface="Caladea"/>
            </a:endParaRPr>
          </a:p>
        </p:txBody>
      </p:sp>
      <p:pic>
        <p:nvPicPr>
          <p:cNvPr id="175429850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100460" y="2890593"/>
            <a:ext cx="3395898" cy="3375191"/>
          </a:xfrm>
          <a:prstGeom prst="rect">
            <a:avLst/>
          </a:prstGeom>
        </p:spPr>
      </p:pic>
      <p:sp>
        <p:nvSpPr>
          <p:cNvPr id="1435215852" name="Title 1"/>
          <p:cNvSpPr>
            <a:spLocks noGrp="1"/>
          </p:cNvSpPr>
          <p:nvPr/>
        </p:nvSpPr>
        <p:spPr bwMode="auto">
          <a:xfrm flipH="0" flipV="0">
            <a:off x="6232998" y="2996213"/>
            <a:ext cx="5351439" cy="556155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>
            <a:lvl1pPr algn="ctr" defTabSz="914400" rtl="0">
              <a:spcBef>
                <a:spcPts val="0"/>
              </a:spcBef>
              <a:buNone/>
              <a:defRPr sz="3200" b="1">
                <a:solidFill>
                  <a:schemeClr val="accent1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sz="2600">
                <a:latin typeface="Caladea"/>
                <a:ea typeface="Caladea"/>
                <a:cs typeface="Caladea"/>
              </a:rPr>
              <a:t>Applicazioni piu rilevanti?</a:t>
            </a:r>
            <a:endParaRPr sz="2600">
              <a:latin typeface="Caladea"/>
              <a:cs typeface="Caladea"/>
            </a:endParaRPr>
          </a:p>
        </p:txBody>
      </p:sp>
      <p:graphicFrame>
        <p:nvGraphicFramePr>
          <p:cNvPr id="2071495823" name=""/>
          <p:cNvGraphicFramePr>
            <a:graphicFrameLocks xmlns:a="http://schemas.openxmlformats.org/drawingml/2006/main"/>
          </p:cNvGraphicFramePr>
          <p:nvPr/>
        </p:nvGraphicFramePr>
        <p:xfrm>
          <a:off x="5199174" y="3736524"/>
          <a:ext cx="5935272" cy="1109979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{0505E3EF-67EA-436B-97B2-0124C06EBD24}</a:tableStyleId>
              </a:tblPr>
              <a:tblGrid>
                <a:gridCol w="2250000"/>
                <a:gridCol w="4414479"/>
              </a:tblGrid>
              <a:tr h="678226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Riconoscimento immagini</a:t>
                      </a:r>
                      <a:endParaRPr sz="1200">
                        <a:solidFill>
                          <a:schemeClr val="tx1"/>
                        </a:solidFill>
                        <a:latin typeface="Caladea"/>
                        <a:cs typeface="Caladea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00" b="0" i="0" u="none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Classificazione di foto di piante o animali in base a esempi già etichettati.</a:t>
                      </a:r>
                      <a:endParaRPr sz="1400">
                        <a:solidFill>
                          <a:schemeClr val="tx1"/>
                        </a:solidFill>
                        <a:latin typeface="Caladea"/>
                        <a:cs typeface="Caladea"/>
                      </a:endParaRPr>
                    </a:p>
                  </a:txBody>
                  <a:tcPr anchor="ctr"/>
                </a:tc>
              </a:tr>
              <a:tr h="723745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Diagnostica medica</a:t>
                      </a:r>
                      <a:endParaRPr sz="1200">
                        <a:solidFill>
                          <a:schemeClr val="tx1"/>
                        </a:solidFill>
                        <a:latin typeface="Caladea"/>
                        <a:cs typeface="Caladea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00" b="0" i="0" u="none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Predire la tipologia di tumore confrontando le caratteristiche di un nuovo paziente con casi noti.</a:t>
                      </a:r>
                      <a:endParaRPr sz="1400">
                        <a:solidFill>
                          <a:schemeClr val="tx1"/>
                        </a:solidFill>
                        <a:latin typeface="Caladea"/>
                        <a:cs typeface="Caladea"/>
                      </a:endParaRPr>
                    </a:p>
                  </a:txBody>
                  <a:tcPr anchor="ctr"/>
                </a:tc>
              </a:tr>
              <a:tr h="678226">
                <a:tc>
                  <a:txBody>
                    <a:bodyPr/>
                    <a:p>
                      <a:pPr algn="ctr">
                        <a:defRPr/>
                      </a:pPr>
                      <a:r>
                        <a:rPr sz="1200" b="1" i="0" u="none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Sistemi di raccomandazione</a:t>
                      </a:r>
                      <a:endParaRPr sz="1200">
                        <a:solidFill>
                          <a:schemeClr val="tx1"/>
                        </a:solidFill>
                        <a:latin typeface="Caladea"/>
                        <a:cs typeface="Caladea"/>
                      </a:endParaRPr>
                    </a:p>
                  </a:txBody>
                  <a:tcPr anchor="ctr"/>
                </a:tc>
                <a:tc>
                  <a:txBody>
                    <a:bodyPr/>
                    <a:p>
                      <a:pPr algn="l">
                        <a:defRPr/>
                      </a:pPr>
                      <a:r>
                        <a:rPr sz="1400" b="0" i="0" u="none">
                          <a:solidFill>
                            <a:schemeClr val="tx1"/>
                          </a:solidFill>
                          <a:latin typeface="Caladea"/>
                          <a:ea typeface="Caladea"/>
                          <a:cs typeface="Caladea"/>
                        </a:rPr>
                        <a:t>Suggerire prodotti simili a quelli già acquistati da utenti con gusti analoghi.</a:t>
                      </a:r>
                      <a:endParaRPr sz="1400">
                        <a:solidFill>
                          <a:schemeClr val="tx1"/>
                        </a:solidFill>
                        <a:latin typeface="Caladea"/>
                        <a:cs typeface="Caladea"/>
                      </a:endParaRPr>
                    </a:p>
                  </a:txBody>
                  <a:tcPr anchor="ctr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Basic">
  <a:themeElements>
    <a:clrScheme name="Color">
      <a:dk1>
        <a:srgbClr val="0F243E"/>
      </a:dk1>
      <a:lt1>
        <a:sysClr val="window" lastClr="FFFFFF"/>
      </a:lt1>
      <a:dk2>
        <a:srgbClr val="1F497D"/>
      </a:dk2>
      <a:lt2>
        <a:srgbClr val="EEECE1"/>
      </a:lt2>
      <a:accent1>
        <a:srgbClr val="0000FF"/>
      </a:accent1>
      <a:accent2>
        <a:srgbClr val="FE19FF"/>
      </a:accent2>
      <a:accent3>
        <a:srgbClr val="00B050"/>
      </a:accent3>
      <a:accent4>
        <a:srgbClr val="FF0000"/>
      </a:accent4>
      <a:accent5>
        <a:srgbClr val="4BACC6"/>
      </a:accent5>
      <a:accent6>
        <a:srgbClr val="FFFF00"/>
      </a:accent6>
      <a:hlink>
        <a:srgbClr val="548DD4"/>
      </a:hlink>
      <a:folHlink>
        <a:srgbClr val="FE19FF"/>
      </a:folHlink>
    </a:clrScheme>
    <a:fontScheme name="Classic">
      <a:majorFont>
        <a:latin typeface="Arial"/>
        <a:ea typeface="Arial"/>
        <a:cs typeface="Arial"/>
      </a:majorFont>
      <a:minorFont>
        <a:latin typeface="Times New Roman"/>
        <a:ea typeface="Arial"/>
        <a:cs typeface="Arial"/>
      </a:minorFont>
    </a:fontScheme>
    <a:fmtScheme name="Standard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ONLYOFFICE/9.0.4.50</Application>
  <PresentationFormat>On-screen Show (4:3)</PresentationFormat>
  <Paragraphs>0</Paragraphs>
  <Slides>7</Slides>
  <Notes>7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6</cp:revision>
  <dcterms:modified xsi:type="dcterms:W3CDTF">2026-01-08T14:55:02Z</dcterms:modified>
</cp:coreProperties>
</file>